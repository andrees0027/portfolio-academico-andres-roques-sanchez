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4"/>
  </p:sldMasterIdLst>
  <p:notesMasterIdLst>
    <p:notesMasterId r:id="rId15"/>
  </p:notesMasterIdLst>
  <p:sldIdLst>
    <p:sldId id="256" r:id="rId5"/>
    <p:sldId id="271" r:id="rId6"/>
    <p:sldId id="272" r:id="rId7"/>
    <p:sldId id="257" r:id="rId8"/>
    <p:sldId id="264" r:id="rId9"/>
    <p:sldId id="265" r:id="rId10"/>
    <p:sldId id="267" r:id="rId11"/>
    <p:sldId id="268" r:id="rId12"/>
    <p:sldId id="269" r:id="rId13"/>
    <p:sldId id="263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FC810C-5AB6-4128-9C80-08D022E72DAB}" v="166" dt="2025-12-15T22:43:47.603"/>
    <p1510:client id="{CD766D78-44C8-4CA5-9097-50BD52267354}" v="2436" dt="2025-12-15T22:49:47.1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VELASCO DE MARIA" userId="1513cb0b-078c-44bd-9744-6cdfd8714b88" providerId="ADAL" clId="{86E5A9B6-6542-4783-A37C-E4F4DB2D9AAD}"/>
    <pc:docChg chg="undo custSel addSld modSld sldOrd">
      <pc:chgData name="JORGE VELASCO DE MARIA" userId="1513cb0b-078c-44bd-9744-6cdfd8714b88" providerId="ADAL" clId="{86E5A9B6-6542-4783-A37C-E4F4DB2D9AAD}" dt="2025-12-15T22:43:47.603" v="189" actId="26606"/>
      <pc:docMkLst>
        <pc:docMk/>
      </pc:docMkLst>
      <pc:sldChg chg="ord">
        <pc:chgData name="JORGE VELASCO DE MARIA" userId="1513cb0b-078c-44bd-9744-6cdfd8714b88" providerId="ADAL" clId="{86E5A9B6-6542-4783-A37C-E4F4DB2D9AAD}" dt="2025-12-14T19:31:45.804" v="23"/>
        <pc:sldMkLst>
          <pc:docMk/>
          <pc:sldMk cId="2234689621" sldId="257"/>
        </pc:sldMkLst>
      </pc:sldChg>
      <pc:sldChg chg="modSp mod">
        <pc:chgData name="JORGE VELASCO DE MARIA" userId="1513cb0b-078c-44bd-9744-6cdfd8714b88" providerId="ADAL" clId="{86E5A9B6-6542-4783-A37C-E4F4DB2D9AAD}" dt="2025-12-15T22:38:45.360" v="183" actId="20577"/>
        <pc:sldMkLst>
          <pc:docMk/>
          <pc:sldMk cId="318942715" sldId="263"/>
        </pc:sldMkLst>
        <pc:spChg chg="mod">
          <ac:chgData name="JORGE VELASCO DE MARIA" userId="1513cb0b-078c-44bd-9744-6cdfd8714b88" providerId="ADAL" clId="{86E5A9B6-6542-4783-A37C-E4F4DB2D9AAD}" dt="2025-12-15T22:38:45.360" v="183" actId="20577"/>
          <ac:spMkLst>
            <pc:docMk/>
            <pc:sldMk cId="318942715" sldId="263"/>
            <ac:spMk id="2" creationId="{090528C3-8E95-8FBE-3F01-71BD39F90D77}"/>
          </ac:spMkLst>
        </pc:spChg>
      </pc:sldChg>
      <pc:sldChg chg="modSp mod">
        <pc:chgData name="JORGE VELASCO DE MARIA" userId="1513cb0b-078c-44bd-9744-6cdfd8714b88" providerId="ADAL" clId="{86E5A9B6-6542-4783-A37C-E4F4DB2D9AAD}" dt="2025-12-14T19:31:23.483" v="21" actId="732"/>
        <pc:sldMkLst>
          <pc:docMk/>
          <pc:sldMk cId="1951304893" sldId="264"/>
        </pc:sldMkLst>
        <pc:picChg chg="mod modCrop">
          <ac:chgData name="JORGE VELASCO DE MARIA" userId="1513cb0b-078c-44bd-9744-6cdfd8714b88" providerId="ADAL" clId="{86E5A9B6-6542-4783-A37C-E4F4DB2D9AAD}" dt="2025-12-14T19:31:23.483" v="21" actId="732"/>
          <ac:picMkLst>
            <pc:docMk/>
            <pc:sldMk cId="1951304893" sldId="264"/>
            <ac:picMk id="4" creationId="{8C49131C-3770-5BB3-BB1C-F30A583DD864}"/>
          </ac:picMkLst>
        </pc:picChg>
      </pc:sldChg>
      <pc:sldChg chg="addSp delSp modSp mod">
        <pc:chgData name="JORGE VELASCO DE MARIA" userId="1513cb0b-078c-44bd-9744-6cdfd8714b88" providerId="ADAL" clId="{86E5A9B6-6542-4783-A37C-E4F4DB2D9AAD}" dt="2025-12-15T20:08:32.254" v="51" actId="14100"/>
        <pc:sldMkLst>
          <pc:docMk/>
          <pc:sldMk cId="2869950962" sldId="265"/>
        </pc:sldMkLst>
        <pc:picChg chg="del">
          <ac:chgData name="JORGE VELASCO DE MARIA" userId="1513cb0b-078c-44bd-9744-6cdfd8714b88" providerId="ADAL" clId="{86E5A9B6-6542-4783-A37C-E4F4DB2D9AAD}" dt="2025-12-15T20:06:31.545" v="33" actId="478"/>
          <ac:picMkLst>
            <pc:docMk/>
            <pc:sldMk cId="2869950962" sldId="265"/>
            <ac:picMk id="4" creationId="{804448D6-18C4-A56E-CEFA-89738C257982}"/>
          </ac:picMkLst>
        </pc:picChg>
        <pc:picChg chg="add mod">
          <ac:chgData name="JORGE VELASCO DE MARIA" userId="1513cb0b-078c-44bd-9744-6cdfd8714b88" providerId="ADAL" clId="{86E5A9B6-6542-4783-A37C-E4F4DB2D9AAD}" dt="2025-12-15T20:07:23.581" v="40" actId="1076"/>
          <ac:picMkLst>
            <pc:docMk/>
            <pc:sldMk cId="2869950962" sldId="265"/>
            <ac:picMk id="7" creationId="{7AB5408A-F17D-DCA3-5142-9AA78278D0CF}"/>
          </ac:picMkLst>
        </pc:picChg>
        <pc:picChg chg="add mod">
          <ac:chgData name="JORGE VELASCO DE MARIA" userId="1513cb0b-078c-44bd-9744-6cdfd8714b88" providerId="ADAL" clId="{86E5A9B6-6542-4783-A37C-E4F4DB2D9AAD}" dt="2025-12-15T20:08:32.254" v="51" actId="14100"/>
          <ac:picMkLst>
            <pc:docMk/>
            <pc:sldMk cId="2869950962" sldId="265"/>
            <ac:picMk id="9" creationId="{FFCCE4ED-8605-A28C-7B43-8B3386BA7258}"/>
          </ac:picMkLst>
        </pc:picChg>
        <pc:picChg chg="del">
          <ac:chgData name="JORGE VELASCO DE MARIA" userId="1513cb0b-078c-44bd-9744-6cdfd8714b88" providerId="ADAL" clId="{86E5A9B6-6542-4783-A37C-E4F4DB2D9AAD}" dt="2025-12-15T20:06:32.980" v="34" actId="478"/>
          <ac:picMkLst>
            <pc:docMk/>
            <pc:sldMk cId="2869950962" sldId="265"/>
            <ac:picMk id="15" creationId="{DFD7ACA9-AA81-3B3E-5CA4-C2ECE5574D28}"/>
          </ac:picMkLst>
        </pc:picChg>
      </pc:sldChg>
      <pc:sldChg chg="modSp mod">
        <pc:chgData name="JORGE VELASCO DE MARIA" userId="1513cb0b-078c-44bd-9744-6cdfd8714b88" providerId="ADAL" clId="{86E5A9B6-6542-4783-A37C-E4F4DB2D9AAD}" dt="2025-12-14T19:28:09.969" v="20" actId="1076"/>
        <pc:sldMkLst>
          <pc:docMk/>
          <pc:sldMk cId="1921190189" sldId="267"/>
        </pc:sldMkLst>
        <pc:spChg chg="mod">
          <ac:chgData name="JORGE VELASCO DE MARIA" userId="1513cb0b-078c-44bd-9744-6cdfd8714b88" providerId="ADAL" clId="{86E5A9B6-6542-4783-A37C-E4F4DB2D9AAD}" dt="2025-12-14T19:28:09.969" v="20" actId="1076"/>
          <ac:spMkLst>
            <pc:docMk/>
            <pc:sldMk cId="1921190189" sldId="267"/>
            <ac:spMk id="44" creationId="{6C573285-8A60-F151-8892-DE57A3424F36}"/>
          </ac:spMkLst>
        </pc:spChg>
      </pc:sldChg>
      <pc:sldChg chg="modSp new mod">
        <pc:chgData name="JORGE VELASCO DE MARIA" userId="1513cb0b-078c-44bd-9744-6cdfd8714b88" providerId="ADAL" clId="{86E5A9B6-6542-4783-A37C-E4F4DB2D9AAD}" dt="2025-12-14T19:18:03.354" v="18" actId="20577"/>
        <pc:sldMkLst>
          <pc:docMk/>
          <pc:sldMk cId="210742461" sldId="270"/>
        </pc:sldMkLst>
        <pc:spChg chg="mod">
          <ac:chgData name="JORGE VELASCO DE MARIA" userId="1513cb0b-078c-44bd-9744-6cdfd8714b88" providerId="ADAL" clId="{86E5A9B6-6542-4783-A37C-E4F4DB2D9AAD}" dt="2025-12-14T19:18:03.354" v="18" actId="20577"/>
          <ac:spMkLst>
            <pc:docMk/>
            <pc:sldMk cId="210742461" sldId="270"/>
            <ac:spMk id="2" creationId="{8274BBDA-C16B-0F3A-EF51-3672D0DE10FD}"/>
          </ac:spMkLst>
        </pc:spChg>
      </pc:sldChg>
      <pc:sldChg chg="addSp delSp modSp mod setBg">
        <pc:chgData name="JORGE VELASCO DE MARIA" userId="1513cb0b-078c-44bd-9744-6cdfd8714b88" providerId="ADAL" clId="{86E5A9B6-6542-4783-A37C-E4F4DB2D9AAD}" dt="2025-12-15T22:43:47.603" v="189" actId="26606"/>
        <pc:sldMkLst>
          <pc:docMk/>
          <pc:sldMk cId="3904460249" sldId="271"/>
        </pc:sldMkLst>
        <pc:spChg chg="mod">
          <ac:chgData name="JORGE VELASCO DE MARIA" userId="1513cb0b-078c-44bd-9744-6cdfd8714b88" providerId="ADAL" clId="{86E5A9B6-6542-4783-A37C-E4F4DB2D9AAD}" dt="2025-12-15T22:43:47.603" v="189" actId="26606"/>
          <ac:spMkLst>
            <pc:docMk/>
            <pc:sldMk cId="3904460249" sldId="271"/>
            <ac:spMk id="2" creationId="{5B683C28-AF1C-D01E-0285-62023892C09A}"/>
          </ac:spMkLst>
        </pc:spChg>
        <pc:spChg chg="mod">
          <ac:chgData name="JORGE VELASCO DE MARIA" userId="1513cb0b-078c-44bd-9744-6cdfd8714b88" providerId="ADAL" clId="{86E5A9B6-6542-4783-A37C-E4F4DB2D9AAD}" dt="2025-12-15T22:43:47.603" v="189" actId="26606"/>
          <ac:spMkLst>
            <pc:docMk/>
            <pc:sldMk cId="3904460249" sldId="271"/>
            <ac:spMk id="4" creationId="{2CB60CAE-1674-4696-7896-CD7BE428EE50}"/>
          </ac:spMkLst>
        </pc:spChg>
        <pc:spChg chg="add del">
          <ac:chgData name="JORGE VELASCO DE MARIA" userId="1513cb0b-078c-44bd-9744-6cdfd8714b88" providerId="ADAL" clId="{86E5A9B6-6542-4783-A37C-E4F4DB2D9AAD}" dt="2025-12-15T22:43:33.184" v="186" actId="26606"/>
          <ac:spMkLst>
            <pc:docMk/>
            <pc:sldMk cId="3904460249" sldId="271"/>
            <ac:spMk id="9" creationId="{9EE42DCE-4A4F-44C4-84E5-261B3BEEF1DA}"/>
          </ac:spMkLst>
        </pc:spChg>
        <pc:spChg chg="add del">
          <ac:chgData name="JORGE VELASCO DE MARIA" userId="1513cb0b-078c-44bd-9744-6cdfd8714b88" providerId="ADAL" clId="{86E5A9B6-6542-4783-A37C-E4F4DB2D9AAD}" dt="2025-12-15T22:43:33.184" v="186" actId="26606"/>
          <ac:spMkLst>
            <pc:docMk/>
            <pc:sldMk cId="3904460249" sldId="271"/>
            <ac:spMk id="15" creationId="{887F59F2-5FBC-40CD-AD35-376AECE49EA6}"/>
          </ac:spMkLst>
        </pc:spChg>
        <pc:spChg chg="add del">
          <ac:chgData name="JORGE VELASCO DE MARIA" userId="1513cb0b-078c-44bd-9744-6cdfd8714b88" providerId="ADAL" clId="{86E5A9B6-6542-4783-A37C-E4F4DB2D9AAD}" dt="2025-12-15T22:43:47.576" v="188" actId="26606"/>
          <ac:spMkLst>
            <pc:docMk/>
            <pc:sldMk cId="3904460249" sldId="271"/>
            <ac:spMk id="17" creationId="{34C0330F-1D4F-4552-B799-615DD237B6DE}"/>
          </ac:spMkLst>
        </pc:spChg>
        <pc:spChg chg="add del">
          <ac:chgData name="JORGE VELASCO DE MARIA" userId="1513cb0b-078c-44bd-9744-6cdfd8714b88" providerId="ADAL" clId="{86E5A9B6-6542-4783-A37C-E4F4DB2D9AAD}" dt="2025-12-15T22:43:47.576" v="188" actId="26606"/>
          <ac:spMkLst>
            <pc:docMk/>
            <pc:sldMk cId="3904460249" sldId="271"/>
            <ac:spMk id="18" creationId="{92BE0106-0C20-465B-A1BE-0BAC2737B1AD}"/>
          </ac:spMkLst>
        </pc:spChg>
        <pc:spChg chg="add">
          <ac:chgData name="JORGE VELASCO DE MARIA" userId="1513cb0b-078c-44bd-9744-6cdfd8714b88" providerId="ADAL" clId="{86E5A9B6-6542-4783-A37C-E4F4DB2D9AAD}" dt="2025-12-15T22:43:47.603" v="189" actId="26606"/>
          <ac:spMkLst>
            <pc:docMk/>
            <pc:sldMk cId="3904460249" sldId="271"/>
            <ac:spMk id="20" creationId="{0EC38958-9A69-239A-BA79-2AEC73345F4B}"/>
          </ac:spMkLst>
        </pc:spChg>
        <pc:spChg chg="add">
          <ac:chgData name="JORGE VELASCO DE MARIA" userId="1513cb0b-078c-44bd-9744-6cdfd8714b88" providerId="ADAL" clId="{86E5A9B6-6542-4783-A37C-E4F4DB2D9AAD}" dt="2025-12-15T22:43:47.603" v="189" actId="26606"/>
          <ac:spMkLst>
            <pc:docMk/>
            <pc:sldMk cId="3904460249" sldId="271"/>
            <ac:spMk id="21" creationId="{6EC109E5-0396-8968-4F42-DFEC280363B6}"/>
          </ac:spMkLst>
        </pc:spChg>
        <pc:picChg chg="mod ord">
          <ac:chgData name="JORGE VELASCO DE MARIA" userId="1513cb0b-078c-44bd-9744-6cdfd8714b88" providerId="ADAL" clId="{86E5A9B6-6542-4783-A37C-E4F4DB2D9AAD}" dt="2025-12-15T22:43:47.603" v="189" actId="26606"/>
          <ac:picMkLst>
            <pc:docMk/>
            <pc:sldMk cId="3904460249" sldId="271"/>
            <ac:picMk id="5" creationId="{D3FB1757-6EE0-7A0B-B32A-DFDDA71A6E91}"/>
          </ac:picMkLst>
        </pc:picChg>
      </pc:sldChg>
      <pc:sldChg chg="modSp mod">
        <pc:chgData name="JORGE VELASCO DE MARIA" userId="1513cb0b-078c-44bd-9744-6cdfd8714b88" providerId="ADAL" clId="{86E5A9B6-6542-4783-A37C-E4F4DB2D9AAD}" dt="2025-12-15T20:03:34.750" v="32" actId="20577"/>
        <pc:sldMkLst>
          <pc:docMk/>
          <pc:sldMk cId="2179784550" sldId="272"/>
        </pc:sldMkLst>
        <pc:spChg chg="mod">
          <ac:chgData name="JORGE VELASCO DE MARIA" userId="1513cb0b-078c-44bd-9744-6cdfd8714b88" providerId="ADAL" clId="{86E5A9B6-6542-4783-A37C-E4F4DB2D9AAD}" dt="2025-12-15T20:03:34.750" v="32" actId="20577"/>
          <ac:spMkLst>
            <pc:docMk/>
            <pc:sldMk cId="2179784550" sldId="272"/>
            <ac:spMk id="2" creationId="{FCDDA24B-5B63-8EB0-F36C-E3EE987B106E}"/>
          </ac:spMkLst>
        </pc:spChg>
      </pc:sldChg>
    </pc:docChg>
  </pc:docChgLst>
  <pc:docChgLst>
    <pc:chgData name="ANDRES ROQUES SANCHEZ" userId="S::andres.roques@alumnos.upm.es::ccf8582d-5392-42a6-8236-b1fece234554" providerId="AD" clId="Web-{75CB3EBC-FDC3-4634-967B-12951F0B3F30}"/>
    <pc:docChg chg="addSld delSld modSld addMainMaster delMainMaster">
      <pc:chgData name="ANDRES ROQUES SANCHEZ" userId="S::andres.roques@alumnos.upm.es::ccf8582d-5392-42a6-8236-b1fece234554" providerId="AD" clId="Web-{75CB3EBC-FDC3-4634-967B-12951F0B3F30}" dt="2025-12-14T18:13:52.605" v="884"/>
      <pc:docMkLst>
        <pc:docMk/>
      </pc:docMkLst>
      <pc:sldChg chg="addSp delSp modSp mod setBg modClrScheme chgLayout">
        <pc:chgData name="ANDRES ROQUES SANCHEZ" userId="S::andres.roques@alumnos.upm.es::ccf8582d-5392-42a6-8236-b1fece234554" providerId="AD" clId="Web-{75CB3EBC-FDC3-4634-967B-12951F0B3F30}" dt="2025-12-14T16:12:15.910" v="29" actId="14100"/>
        <pc:sldMkLst>
          <pc:docMk/>
          <pc:sldMk cId="2406273178" sldId="256"/>
        </pc:sldMkLst>
        <pc:spChg chg="del">
          <ac:chgData name="ANDRES ROQUES SANCHEZ" userId="S::andres.roques@alumnos.upm.es::ccf8582d-5392-42a6-8236-b1fece234554" providerId="AD" clId="Web-{75CB3EBC-FDC3-4634-967B-12951F0B3F30}" dt="2025-12-14T16:11:18.014" v="1"/>
          <ac:spMkLst>
            <pc:docMk/>
            <pc:sldMk cId="2406273178" sldId="256"/>
            <ac:spMk id="2" creationId="{00000000-0000-0000-0000-000000000000}"/>
          </ac:spMkLst>
        </pc:spChg>
        <pc:spChg chg="add del mod">
          <ac:chgData name="ANDRES ROQUES SANCHEZ" userId="S::andres.roques@alumnos.upm.es::ccf8582d-5392-42a6-8236-b1fece234554" providerId="AD" clId="Web-{75CB3EBC-FDC3-4634-967B-12951F0B3F30}" dt="2025-12-14T16:12:15.910" v="29" actId="14100"/>
          <ac:spMkLst>
            <pc:docMk/>
            <pc:sldMk cId="2406273178" sldId="256"/>
            <ac:spMk id="3" creationId="{00000000-0000-0000-0000-000000000000}"/>
          </ac:spMkLst>
        </pc:spChg>
        <pc:spChg chg="add">
          <ac:chgData name="ANDRES ROQUES SANCHEZ" userId="S::andres.roques@alumnos.upm.es::ccf8582d-5392-42a6-8236-b1fece234554" providerId="AD" clId="Web-{75CB3EBC-FDC3-4634-967B-12951F0B3F30}" dt="2025-12-14T16:11:28.187" v="4"/>
          <ac:spMkLst>
            <pc:docMk/>
            <pc:sldMk cId="2406273178" sldId="256"/>
            <ac:spMk id="9" creationId="{5820888B-4EA5-E0E8-6D52-7733E1E77451}"/>
          </ac:spMkLst>
        </pc:spChg>
        <pc:spChg chg="add">
          <ac:chgData name="ANDRES ROQUES SANCHEZ" userId="S::andres.roques@alumnos.upm.es::ccf8582d-5392-42a6-8236-b1fece234554" providerId="AD" clId="Web-{75CB3EBC-FDC3-4634-967B-12951F0B3F30}" dt="2025-12-14T16:11:28.187" v="4"/>
          <ac:spMkLst>
            <pc:docMk/>
            <pc:sldMk cId="2406273178" sldId="256"/>
            <ac:spMk id="11" creationId="{06B5A8BF-0680-F9A7-27B1-3971EC934783}"/>
          </ac:spMkLst>
        </pc:spChg>
        <pc:picChg chg="add mod">
          <ac:chgData name="ANDRES ROQUES SANCHEZ" userId="S::andres.roques@alumnos.upm.es::ccf8582d-5392-42a6-8236-b1fece234554" providerId="AD" clId="Web-{75CB3EBC-FDC3-4634-967B-12951F0B3F30}" dt="2025-12-14T16:11:28.187" v="4"/>
          <ac:picMkLst>
            <pc:docMk/>
            <pc:sldMk cId="2406273178" sldId="256"/>
            <ac:picMk id="4" creationId="{BB0DC322-EA25-7244-FA60-E13140D94471}"/>
          </ac:picMkLst>
        </pc:picChg>
      </pc:sldChg>
      <pc:sldChg chg="addSp delSp modSp new addAnim modAnim">
        <pc:chgData name="ANDRES ROQUES SANCHEZ" userId="S::andres.roques@alumnos.upm.es::ccf8582d-5392-42a6-8236-b1fece234554" providerId="AD" clId="Web-{75CB3EBC-FDC3-4634-967B-12951F0B3F30}" dt="2025-12-14T17:21:37.320" v="507" actId="1076"/>
        <pc:sldMkLst>
          <pc:docMk/>
          <pc:sldMk cId="2234689621" sldId="257"/>
        </pc:sldMkLst>
        <pc:spChg chg="mod">
          <ac:chgData name="ANDRES ROQUES SANCHEZ" userId="S::andres.roques@alumnos.upm.es::ccf8582d-5392-42a6-8236-b1fece234554" providerId="AD" clId="Web-{75CB3EBC-FDC3-4634-967B-12951F0B3F30}" dt="2025-12-14T16:15:10.839" v="85" actId="20577"/>
          <ac:spMkLst>
            <pc:docMk/>
            <pc:sldMk cId="2234689621" sldId="257"/>
            <ac:spMk id="2" creationId="{A0770EB6-1145-B73F-0A51-1FD9941C420C}"/>
          </ac:spMkLst>
        </pc:spChg>
        <pc:spChg chg="del">
          <ac:chgData name="ANDRES ROQUES SANCHEZ" userId="S::andres.roques@alumnos.upm.es::ccf8582d-5392-42a6-8236-b1fece234554" providerId="AD" clId="Web-{75CB3EBC-FDC3-4634-967B-12951F0B3F30}" dt="2025-12-14T16:18:38.312" v="141"/>
          <ac:spMkLst>
            <pc:docMk/>
            <pc:sldMk cId="2234689621" sldId="257"/>
            <ac:spMk id="3" creationId="{7E26CE4E-A199-D0C0-5F08-0A157266DEA1}"/>
          </ac:spMkLst>
        </pc:spChg>
        <pc:spChg chg="add mod">
          <ac:chgData name="ANDRES ROQUES SANCHEZ" userId="S::andres.roques@alumnos.upm.es::ccf8582d-5392-42a6-8236-b1fece234554" providerId="AD" clId="Web-{75CB3EBC-FDC3-4634-967B-12951F0B3F30}" dt="2025-12-14T16:33:36.532" v="217"/>
          <ac:spMkLst>
            <pc:docMk/>
            <pc:sldMk cId="2234689621" sldId="257"/>
            <ac:spMk id="13" creationId="{B19C7051-4384-AD7C-67C5-4CCE7E25D7F5}"/>
          </ac:spMkLst>
        </pc:spChg>
        <pc:picChg chg="add mod modCrop">
          <ac:chgData name="ANDRES ROQUES SANCHEZ" userId="S::andres.roques@alumnos.upm.es::ccf8582d-5392-42a6-8236-b1fece234554" providerId="AD" clId="Web-{75CB3EBC-FDC3-4634-967B-12951F0B3F30}" dt="2025-12-14T16:28:58.620" v="179" actId="1076"/>
          <ac:picMkLst>
            <pc:docMk/>
            <pc:sldMk cId="2234689621" sldId="257"/>
            <ac:picMk id="5" creationId="{983EFAEB-99D1-61C2-2DCE-4FFBF0B1F02E}"/>
          </ac:picMkLst>
        </pc:picChg>
        <pc:picChg chg="add mod ord">
          <ac:chgData name="ANDRES ROQUES SANCHEZ" userId="S::andres.roques@alumnos.upm.es::ccf8582d-5392-42a6-8236-b1fece234554" providerId="AD" clId="Web-{75CB3EBC-FDC3-4634-967B-12951F0B3F30}" dt="2025-12-14T16:18:58.093" v="145" actId="1076"/>
          <ac:picMkLst>
            <pc:docMk/>
            <pc:sldMk cId="2234689621" sldId="257"/>
            <ac:picMk id="6" creationId="{4C19D573-04D5-1E03-3D96-23ACA28AF8D7}"/>
          </ac:picMkLst>
        </pc:picChg>
        <pc:picChg chg="add mod">
          <ac:chgData name="ANDRES ROQUES SANCHEZ" userId="S::andres.roques@alumnos.upm.es::ccf8582d-5392-42a6-8236-b1fece234554" providerId="AD" clId="Web-{75CB3EBC-FDC3-4634-967B-12951F0B3F30}" dt="2025-12-14T17:21:37.320" v="507" actId="1076"/>
          <ac:picMkLst>
            <pc:docMk/>
            <pc:sldMk cId="2234689621" sldId="257"/>
            <ac:picMk id="7" creationId="{79C729E2-F454-BAE6-2772-A962B16B9E4F}"/>
          </ac:picMkLst>
        </pc:picChg>
        <pc:picChg chg="add mod modCrop">
          <ac:chgData name="ANDRES ROQUES SANCHEZ" userId="S::andres.roques@alumnos.upm.es::ccf8582d-5392-42a6-8236-b1fece234554" providerId="AD" clId="Web-{75CB3EBC-FDC3-4634-967B-12951F0B3F30}" dt="2025-12-14T16:33:09.028" v="214" actId="1076"/>
          <ac:picMkLst>
            <pc:docMk/>
            <pc:sldMk cId="2234689621" sldId="257"/>
            <ac:picMk id="8" creationId="{70E81507-2C75-9FC7-A8D2-FB32E8BD36FD}"/>
          </ac:picMkLst>
        </pc:picChg>
        <pc:picChg chg="add del mod modCrop">
          <ac:chgData name="ANDRES ROQUES SANCHEZ" userId="S::andres.roques@alumnos.upm.es::ccf8582d-5392-42a6-8236-b1fece234554" providerId="AD" clId="Web-{75CB3EBC-FDC3-4634-967B-12951F0B3F30}" dt="2025-12-14T16:31:21.012" v="199"/>
          <ac:picMkLst>
            <pc:docMk/>
            <pc:sldMk cId="2234689621" sldId="257"/>
            <ac:picMk id="9" creationId="{E27B66D8-17DA-FD80-D0A5-845ECE92F3DC}"/>
          </ac:picMkLst>
        </pc:picChg>
        <pc:picChg chg="add mod">
          <ac:chgData name="ANDRES ROQUES SANCHEZ" userId="S::andres.roques@alumnos.upm.es::ccf8582d-5392-42a6-8236-b1fece234554" providerId="AD" clId="Web-{75CB3EBC-FDC3-4634-967B-12951F0B3F30}" dt="2025-12-14T16:35:27.390" v="220" actId="1076"/>
          <ac:picMkLst>
            <pc:docMk/>
            <pc:sldMk cId="2234689621" sldId="257"/>
            <ac:picMk id="10" creationId="{E78E98CA-8A6F-F4D5-F066-0C610D93BF52}"/>
          </ac:picMkLst>
        </pc:picChg>
        <pc:picChg chg="add mod">
          <ac:chgData name="ANDRES ROQUES SANCHEZ" userId="S::andres.roques@alumnos.upm.es::ccf8582d-5392-42a6-8236-b1fece234554" providerId="AD" clId="Web-{75CB3EBC-FDC3-4634-967B-12951F0B3F30}" dt="2025-12-14T16:35:32.578" v="222" actId="14100"/>
          <ac:picMkLst>
            <pc:docMk/>
            <pc:sldMk cId="2234689621" sldId="257"/>
            <ac:picMk id="11" creationId="{A591DFBE-93D8-A742-D76F-F1272EAE24E9}"/>
          </ac:picMkLst>
        </pc:picChg>
        <pc:picChg chg="add mod">
          <ac:chgData name="ANDRES ROQUES SANCHEZ" userId="S::andres.roques@alumnos.upm.es::ccf8582d-5392-42a6-8236-b1fece234554" providerId="AD" clId="Web-{75CB3EBC-FDC3-4634-967B-12951F0B3F30}" dt="2025-12-14T16:32:03.919" v="205" actId="1076"/>
          <ac:picMkLst>
            <pc:docMk/>
            <pc:sldMk cId="2234689621" sldId="257"/>
            <ac:picMk id="12" creationId="{A8EA6D6E-B9B3-9912-95DB-6DA81577BD94}"/>
          </ac:picMkLst>
        </pc:picChg>
        <pc:picChg chg="add mod modCrop">
          <ac:chgData name="ANDRES ROQUES SANCHEZ" userId="S::andres.roques@alumnos.upm.es::ccf8582d-5392-42a6-8236-b1fece234554" providerId="AD" clId="Web-{75CB3EBC-FDC3-4634-967B-12951F0B3F30}" dt="2025-12-14T16:38:07.882" v="230" actId="1076"/>
          <ac:picMkLst>
            <pc:docMk/>
            <pc:sldMk cId="2234689621" sldId="257"/>
            <ac:picMk id="14" creationId="{DEDF1E8C-9A2C-52BA-353C-5C381B96D26D}"/>
          </ac:picMkLst>
        </pc:picChg>
        <pc:picChg chg="add del mod modCrop">
          <ac:chgData name="ANDRES ROQUES SANCHEZ" userId="S::andres.roques@alumnos.upm.es::ccf8582d-5392-42a6-8236-b1fece234554" providerId="AD" clId="Web-{75CB3EBC-FDC3-4634-967B-12951F0B3F30}" dt="2025-12-14T16:41:29.667" v="248"/>
          <ac:picMkLst>
            <pc:docMk/>
            <pc:sldMk cId="2234689621" sldId="257"/>
            <ac:picMk id="15" creationId="{880A65A1-7BBD-F2AF-06CF-592E854C879C}"/>
          </ac:picMkLst>
        </pc:picChg>
        <pc:picChg chg="add mod">
          <ac:chgData name="ANDRES ROQUES SANCHEZ" userId="S::andres.roques@alumnos.upm.es::ccf8582d-5392-42a6-8236-b1fece234554" providerId="AD" clId="Web-{75CB3EBC-FDC3-4634-967B-12951F0B3F30}" dt="2025-12-14T16:41:54.121" v="258" actId="1076"/>
          <ac:picMkLst>
            <pc:docMk/>
            <pc:sldMk cId="2234689621" sldId="257"/>
            <ac:picMk id="16" creationId="{753B2080-5AD7-2509-1FC8-8357F2883636}"/>
          </ac:picMkLst>
        </pc:picChg>
      </pc:sldChg>
      <pc:sldChg chg="addSp delSp modSp add del replId">
        <pc:chgData name="ANDRES ROQUES SANCHEZ" userId="S::andres.roques@alumnos.upm.es::ccf8582d-5392-42a6-8236-b1fece234554" providerId="AD" clId="Web-{75CB3EBC-FDC3-4634-967B-12951F0B3F30}" dt="2025-12-14T17:22:09.820" v="515"/>
        <pc:sldMkLst>
          <pc:docMk/>
          <pc:sldMk cId="2377152805" sldId="258"/>
        </pc:sldMkLst>
        <pc:spChg chg="mod">
          <ac:chgData name="ANDRES ROQUES SANCHEZ" userId="S::andres.roques@alumnos.upm.es::ccf8582d-5392-42a6-8236-b1fece234554" providerId="AD" clId="Web-{75CB3EBC-FDC3-4634-967B-12951F0B3F30}" dt="2025-12-14T16:15:57.637" v="89" actId="20577"/>
          <ac:spMkLst>
            <pc:docMk/>
            <pc:sldMk cId="2377152805" sldId="258"/>
            <ac:spMk id="2" creationId="{DAFAC932-1C40-6902-BD5E-31B94EC01BF9}"/>
          </ac:spMkLst>
        </pc:spChg>
        <pc:spChg chg="del">
          <ac:chgData name="ANDRES ROQUES SANCHEZ" userId="S::andres.roques@alumnos.upm.es::ccf8582d-5392-42a6-8236-b1fece234554" providerId="AD" clId="Web-{75CB3EBC-FDC3-4634-967B-12951F0B3F30}" dt="2025-12-14T16:51:42.935" v="266"/>
          <ac:spMkLst>
            <pc:docMk/>
            <pc:sldMk cId="2377152805" sldId="258"/>
            <ac:spMk id="3" creationId="{08E3B022-9501-E2BD-39FB-D8DBB7EA922C}"/>
          </ac:spMkLst>
        </pc:spChg>
        <pc:spChg chg="add mod">
          <ac:chgData name="ANDRES ROQUES SANCHEZ" userId="S::andres.roques@alumnos.upm.es::ccf8582d-5392-42a6-8236-b1fece234554" providerId="AD" clId="Web-{75CB3EBC-FDC3-4634-967B-12951F0B3F30}" dt="2025-12-14T16:53:00.394" v="285" actId="1076"/>
          <ac:spMkLst>
            <pc:docMk/>
            <pc:sldMk cId="2377152805" sldId="258"/>
            <ac:spMk id="8" creationId="{5F5D95A3-7D5B-4438-1C27-384A24A5F73C}"/>
          </ac:spMkLst>
        </pc:spChg>
        <pc:spChg chg="add mod">
          <ac:chgData name="ANDRES ROQUES SANCHEZ" userId="S::andres.roques@alumnos.upm.es::ccf8582d-5392-42a6-8236-b1fece234554" providerId="AD" clId="Web-{75CB3EBC-FDC3-4634-967B-12951F0B3F30}" dt="2025-12-14T16:52:54.097" v="283" actId="20577"/>
          <ac:spMkLst>
            <pc:docMk/>
            <pc:sldMk cId="2377152805" sldId="258"/>
            <ac:spMk id="9" creationId="{6C24B86D-9796-95C6-91B3-3B14546B147C}"/>
          </ac:spMkLst>
        </pc:spChg>
        <pc:spChg chg="add mod">
          <ac:chgData name="ANDRES ROQUES SANCHEZ" userId="S::andres.roques@alumnos.upm.es::ccf8582d-5392-42a6-8236-b1fece234554" providerId="AD" clId="Web-{75CB3EBC-FDC3-4634-967B-12951F0B3F30}" dt="2025-12-14T16:55:24.180" v="312" actId="14100"/>
          <ac:spMkLst>
            <pc:docMk/>
            <pc:sldMk cId="2377152805" sldId="258"/>
            <ac:spMk id="11" creationId="{22C5C9EE-F348-5A24-E1D8-1F58C2C6BDA5}"/>
          </ac:spMkLst>
        </pc:spChg>
        <pc:spChg chg="add mod">
          <ac:chgData name="ANDRES ROQUES SANCHEZ" userId="S::andres.roques@alumnos.upm.es::ccf8582d-5392-42a6-8236-b1fece234554" providerId="AD" clId="Web-{75CB3EBC-FDC3-4634-967B-12951F0B3F30}" dt="2025-12-14T16:55:52.196" v="320" actId="1076"/>
          <ac:spMkLst>
            <pc:docMk/>
            <pc:sldMk cId="2377152805" sldId="258"/>
            <ac:spMk id="12" creationId="{44DD3F26-BE3D-FFA3-B27A-06BD2B2A2DCD}"/>
          </ac:spMkLst>
        </pc:spChg>
        <pc:picChg chg="add del mod">
          <ac:chgData name="ANDRES ROQUES SANCHEZ" userId="S::andres.roques@alumnos.upm.es::ccf8582d-5392-42a6-8236-b1fece234554" providerId="AD" clId="Web-{75CB3EBC-FDC3-4634-967B-12951F0B3F30}" dt="2025-12-14T16:51:49.967" v="269"/>
          <ac:picMkLst>
            <pc:docMk/>
            <pc:sldMk cId="2377152805" sldId="258"/>
            <ac:picMk id="4" creationId="{EA75C803-08BF-D14F-795A-1ABD145CC670}"/>
          </ac:picMkLst>
        </pc:picChg>
        <pc:picChg chg="add del mod">
          <ac:chgData name="ANDRES ROQUES SANCHEZ" userId="S::andres.roques@alumnos.upm.es::ccf8582d-5392-42a6-8236-b1fece234554" providerId="AD" clId="Web-{75CB3EBC-FDC3-4634-967B-12951F0B3F30}" dt="2025-12-14T16:51:52.998" v="271"/>
          <ac:picMkLst>
            <pc:docMk/>
            <pc:sldMk cId="2377152805" sldId="258"/>
            <ac:picMk id="6" creationId="{3B873A34-7B5B-F49D-C8E9-71E2DDA93A9E}"/>
          </ac:picMkLst>
        </pc:picChg>
        <pc:picChg chg="add mod">
          <ac:chgData name="ANDRES ROQUES SANCHEZ" userId="S::andres.roques@alumnos.upm.es::ccf8582d-5392-42a6-8236-b1fece234554" providerId="AD" clId="Web-{75CB3EBC-FDC3-4634-967B-12951F0B3F30}" dt="2025-12-14T16:55:47.274" v="319" actId="1076"/>
          <ac:picMkLst>
            <pc:docMk/>
            <pc:sldMk cId="2377152805" sldId="258"/>
            <ac:picMk id="7" creationId="{5C5F0B5C-B825-41A3-E365-B9818719A4B6}"/>
          </ac:picMkLst>
        </pc:picChg>
        <pc:cxnChg chg="add del mod">
          <ac:chgData name="ANDRES ROQUES SANCHEZ" userId="S::andres.roques@alumnos.upm.es::ccf8582d-5392-42a6-8236-b1fece234554" providerId="AD" clId="Web-{75CB3EBC-FDC3-4634-967B-12951F0B3F30}" dt="2025-12-14T16:53:30.645" v="291"/>
          <ac:cxnSpMkLst>
            <pc:docMk/>
            <pc:sldMk cId="2377152805" sldId="258"/>
            <ac:cxnSpMk id="10" creationId="{1B1E0D94-A35F-7A39-61D1-D975861654EB}"/>
          </ac:cxnSpMkLst>
        </pc:cxnChg>
      </pc:sldChg>
      <pc:sldChg chg="modSp add replId">
        <pc:chgData name="ANDRES ROQUES SANCHEZ" userId="S::andres.roques@alumnos.upm.es::ccf8582d-5392-42a6-8236-b1fece234554" providerId="AD" clId="Web-{75CB3EBC-FDC3-4634-967B-12951F0B3F30}" dt="2025-12-14T17:22:32.086" v="521" actId="20577"/>
        <pc:sldMkLst>
          <pc:docMk/>
          <pc:sldMk cId="1321584021" sldId="259"/>
        </pc:sldMkLst>
        <pc:spChg chg="mod">
          <ac:chgData name="ANDRES ROQUES SANCHEZ" userId="S::andres.roques@alumnos.upm.es::ccf8582d-5392-42a6-8236-b1fece234554" providerId="AD" clId="Web-{75CB3EBC-FDC3-4634-967B-12951F0B3F30}" dt="2025-12-14T17:22:32.086" v="521" actId="20577"/>
          <ac:spMkLst>
            <pc:docMk/>
            <pc:sldMk cId="1321584021" sldId="259"/>
            <ac:spMk id="2" creationId="{1940E5C0-790C-C258-AFA7-57B1A766B386}"/>
          </ac:spMkLst>
        </pc:spChg>
      </pc:sldChg>
      <pc:sldChg chg="add del replId">
        <pc:chgData name="ANDRES ROQUES SANCHEZ" userId="S::andres.roques@alumnos.upm.es::ccf8582d-5392-42a6-8236-b1fece234554" providerId="AD" clId="Web-{75CB3EBC-FDC3-4634-967B-12951F0B3F30}" dt="2025-12-14T16:16:16.075" v="96"/>
        <pc:sldMkLst>
          <pc:docMk/>
          <pc:sldMk cId="1563502074" sldId="259"/>
        </pc:sldMkLst>
      </pc:sldChg>
      <pc:sldChg chg="add del replId">
        <pc:chgData name="ANDRES ROQUES SANCHEZ" userId="S::andres.roques@alumnos.upm.es::ccf8582d-5392-42a6-8236-b1fece234554" providerId="AD" clId="Web-{75CB3EBC-FDC3-4634-967B-12951F0B3F30}" dt="2025-12-14T16:16:17.544" v="97"/>
        <pc:sldMkLst>
          <pc:docMk/>
          <pc:sldMk cId="1093326687" sldId="260"/>
        </pc:sldMkLst>
      </pc:sldChg>
      <pc:sldChg chg="modSp add replId">
        <pc:chgData name="ANDRES ROQUES SANCHEZ" userId="S::andres.roques@alumnos.upm.es::ccf8582d-5392-42a6-8236-b1fece234554" providerId="AD" clId="Web-{75CB3EBC-FDC3-4634-967B-12951F0B3F30}" dt="2025-12-14T16:16:50.670" v="105" actId="20577"/>
        <pc:sldMkLst>
          <pc:docMk/>
          <pc:sldMk cId="3688559532" sldId="260"/>
        </pc:sldMkLst>
        <pc:spChg chg="mod">
          <ac:chgData name="ANDRES ROQUES SANCHEZ" userId="S::andres.roques@alumnos.upm.es::ccf8582d-5392-42a6-8236-b1fece234554" providerId="AD" clId="Web-{75CB3EBC-FDC3-4634-967B-12951F0B3F30}" dt="2025-12-14T16:16:50.670" v="105" actId="20577"/>
          <ac:spMkLst>
            <pc:docMk/>
            <pc:sldMk cId="3688559532" sldId="260"/>
            <ac:spMk id="2" creationId="{C6A19B52-6029-0F81-8913-74425961518E}"/>
          </ac:spMkLst>
        </pc:spChg>
      </pc:sldChg>
      <pc:sldChg chg="modSp add replId">
        <pc:chgData name="ANDRES ROQUES SANCHEZ" userId="S::andres.roques@alumnos.upm.es::ccf8582d-5392-42a6-8236-b1fece234554" providerId="AD" clId="Web-{75CB3EBC-FDC3-4634-967B-12951F0B3F30}" dt="2025-12-14T16:17:06.451" v="111" actId="20577"/>
        <pc:sldMkLst>
          <pc:docMk/>
          <pc:sldMk cId="553941021" sldId="261"/>
        </pc:sldMkLst>
        <pc:spChg chg="mod">
          <ac:chgData name="ANDRES ROQUES SANCHEZ" userId="S::andres.roques@alumnos.upm.es::ccf8582d-5392-42a6-8236-b1fece234554" providerId="AD" clId="Web-{75CB3EBC-FDC3-4634-967B-12951F0B3F30}" dt="2025-12-14T16:17:06.451" v="111" actId="20577"/>
          <ac:spMkLst>
            <pc:docMk/>
            <pc:sldMk cId="553941021" sldId="261"/>
            <ac:spMk id="2" creationId="{C62D67E3-919E-3060-658A-4D263AE3CB64}"/>
          </ac:spMkLst>
        </pc:spChg>
      </pc:sldChg>
      <pc:sldChg chg="add del replId">
        <pc:chgData name="ANDRES ROQUES SANCHEZ" userId="S::andres.roques@alumnos.upm.es::ccf8582d-5392-42a6-8236-b1fece234554" providerId="AD" clId="Web-{75CB3EBC-FDC3-4634-967B-12951F0B3F30}" dt="2025-12-14T16:16:10.778" v="95"/>
        <pc:sldMkLst>
          <pc:docMk/>
          <pc:sldMk cId="1794315044" sldId="261"/>
        </pc:sldMkLst>
      </pc:sldChg>
      <pc:sldChg chg="modSp add replId">
        <pc:chgData name="ANDRES ROQUES SANCHEZ" userId="S::andres.roques@alumnos.upm.es::ccf8582d-5392-42a6-8236-b1fece234554" providerId="AD" clId="Web-{75CB3EBC-FDC3-4634-967B-12951F0B3F30}" dt="2025-12-14T16:17:15.795" v="116" actId="20577"/>
        <pc:sldMkLst>
          <pc:docMk/>
          <pc:sldMk cId="841762869" sldId="262"/>
        </pc:sldMkLst>
        <pc:spChg chg="mod">
          <ac:chgData name="ANDRES ROQUES SANCHEZ" userId="S::andres.roques@alumnos.upm.es::ccf8582d-5392-42a6-8236-b1fece234554" providerId="AD" clId="Web-{75CB3EBC-FDC3-4634-967B-12951F0B3F30}" dt="2025-12-14T16:17:15.795" v="116" actId="20577"/>
          <ac:spMkLst>
            <pc:docMk/>
            <pc:sldMk cId="841762869" sldId="262"/>
            <ac:spMk id="2" creationId="{8A224436-282C-7DFF-E25A-642BF53FB534}"/>
          </ac:spMkLst>
        </pc:spChg>
      </pc:sldChg>
      <pc:sldChg chg="add del replId">
        <pc:chgData name="ANDRES ROQUES SANCHEZ" userId="S::andres.roques@alumnos.upm.es::ccf8582d-5392-42a6-8236-b1fece234554" providerId="AD" clId="Web-{75CB3EBC-FDC3-4634-967B-12951F0B3F30}" dt="2025-12-14T16:16:08.044" v="94"/>
        <pc:sldMkLst>
          <pc:docMk/>
          <pc:sldMk cId="1685671843" sldId="262"/>
        </pc:sldMkLst>
      </pc:sldChg>
      <pc:sldChg chg="modSp add replId">
        <pc:chgData name="ANDRES ROQUES SANCHEZ" userId="S::andres.roques@alumnos.upm.es::ccf8582d-5392-42a6-8236-b1fece234554" providerId="AD" clId="Web-{75CB3EBC-FDC3-4634-967B-12951F0B3F30}" dt="2025-12-14T16:17:34.061" v="140" actId="20577"/>
        <pc:sldMkLst>
          <pc:docMk/>
          <pc:sldMk cId="318942715" sldId="263"/>
        </pc:sldMkLst>
        <pc:spChg chg="mod">
          <ac:chgData name="ANDRES ROQUES SANCHEZ" userId="S::andres.roques@alumnos.upm.es::ccf8582d-5392-42a6-8236-b1fece234554" providerId="AD" clId="Web-{75CB3EBC-FDC3-4634-967B-12951F0B3F30}" dt="2025-12-14T16:17:34.061" v="140" actId="20577"/>
          <ac:spMkLst>
            <pc:docMk/>
            <pc:sldMk cId="318942715" sldId="263"/>
            <ac:spMk id="2" creationId="{090528C3-8E95-8FBE-3F01-71BD39F90D77}"/>
          </ac:spMkLst>
        </pc:spChg>
      </pc:sldChg>
      <pc:sldChg chg="add del replId">
        <pc:chgData name="ANDRES ROQUES SANCHEZ" userId="S::andres.roques@alumnos.upm.es::ccf8582d-5392-42a6-8236-b1fece234554" providerId="AD" clId="Web-{75CB3EBC-FDC3-4634-967B-12951F0B3F30}" dt="2025-12-14T16:37:42.490" v="224"/>
        <pc:sldMkLst>
          <pc:docMk/>
          <pc:sldMk cId="475659814" sldId="264"/>
        </pc:sldMkLst>
      </pc:sldChg>
      <pc:sldChg chg="addSp delSp modSp add replId delAnim">
        <pc:chgData name="ANDRES ROQUES SANCHEZ" userId="S::andres.roques@alumnos.upm.es::ccf8582d-5392-42a6-8236-b1fece234554" providerId="AD" clId="Web-{75CB3EBC-FDC3-4634-967B-12951F0B3F30}" dt="2025-12-14T17:21:50.742" v="511" actId="1076"/>
        <pc:sldMkLst>
          <pc:docMk/>
          <pc:sldMk cId="1951304893" sldId="264"/>
        </pc:sldMkLst>
        <pc:spChg chg="mod">
          <ac:chgData name="ANDRES ROQUES SANCHEZ" userId="S::andres.roques@alumnos.upm.es::ccf8582d-5392-42a6-8236-b1fece234554" providerId="AD" clId="Web-{75CB3EBC-FDC3-4634-967B-12951F0B3F30}" dt="2025-12-14T17:08:56.335" v="376" actId="20577"/>
          <ac:spMkLst>
            <pc:docMk/>
            <pc:sldMk cId="1951304893" sldId="264"/>
            <ac:spMk id="2" creationId="{D282BD30-AB1D-6D91-663A-604E8847F138}"/>
          </ac:spMkLst>
        </pc:spChg>
        <pc:spChg chg="add mod">
          <ac:chgData name="ANDRES ROQUES SANCHEZ" userId="S::andres.roques@alumnos.upm.es::ccf8582d-5392-42a6-8236-b1fece234554" providerId="AD" clId="Web-{75CB3EBC-FDC3-4634-967B-12951F0B3F30}" dt="2025-12-14T17:01:57.001" v="362" actId="1076"/>
          <ac:spMkLst>
            <pc:docMk/>
            <pc:sldMk cId="1951304893" sldId="264"/>
            <ac:spMk id="20" creationId="{963073A8-0AC2-AB04-1122-B23B2D4D16FE}"/>
          </ac:spMkLst>
        </pc:spChg>
        <pc:spChg chg="add mod">
          <ac:chgData name="ANDRES ROQUES SANCHEZ" userId="S::andres.roques@alumnos.upm.es::ccf8582d-5392-42a6-8236-b1fece234554" providerId="AD" clId="Web-{75CB3EBC-FDC3-4634-967B-12951F0B3F30}" dt="2025-12-14T17:01:48.688" v="360" actId="1076"/>
          <ac:spMkLst>
            <pc:docMk/>
            <pc:sldMk cId="1951304893" sldId="264"/>
            <ac:spMk id="22" creationId="{78A88C01-B20E-58DC-1E58-08BAAF03611F}"/>
          </ac:spMkLst>
        </pc:spChg>
        <pc:spChg chg="add mod">
          <ac:chgData name="ANDRES ROQUES SANCHEZ" userId="S::andres.roques@alumnos.upm.es::ccf8582d-5392-42a6-8236-b1fece234554" providerId="AD" clId="Web-{75CB3EBC-FDC3-4634-967B-12951F0B3F30}" dt="2025-12-14T17:01:57.001" v="363" actId="1076"/>
          <ac:spMkLst>
            <pc:docMk/>
            <pc:sldMk cId="1951304893" sldId="264"/>
            <ac:spMk id="24" creationId="{41C6AC29-7293-4997-CA0D-823D04DDC0EF}"/>
          </ac:spMkLst>
        </pc:spChg>
        <pc:spChg chg="add mod">
          <ac:chgData name="ANDRES ROQUES SANCHEZ" userId="S::andres.roques@alumnos.upm.es::ccf8582d-5392-42a6-8236-b1fece234554" providerId="AD" clId="Web-{75CB3EBC-FDC3-4634-967B-12951F0B3F30}" dt="2025-12-14T17:01:48.688" v="361" actId="1076"/>
          <ac:spMkLst>
            <pc:docMk/>
            <pc:sldMk cId="1951304893" sldId="264"/>
            <ac:spMk id="26" creationId="{22C5AC71-82FE-A8D4-B17F-9032BAB85DC4}"/>
          </ac:spMkLst>
        </pc:spChg>
        <pc:picChg chg="add del mod modCrop">
          <ac:chgData name="ANDRES ROQUES SANCHEZ" userId="S::andres.roques@alumnos.upm.es::ccf8582d-5392-42a6-8236-b1fece234554" providerId="AD" clId="Web-{75CB3EBC-FDC3-4634-967B-12951F0B3F30}" dt="2025-12-14T16:59:10.164" v="332"/>
          <ac:picMkLst>
            <pc:docMk/>
            <pc:sldMk cId="1951304893" sldId="264"/>
            <ac:picMk id="3" creationId="{38084996-D585-94C7-8313-CCD12F3CA5D3}"/>
          </ac:picMkLst>
        </pc:picChg>
        <pc:picChg chg="add mod">
          <ac:chgData name="ANDRES ROQUES SANCHEZ" userId="S::andres.roques@alumnos.upm.es::ccf8582d-5392-42a6-8236-b1fece234554" providerId="AD" clId="Web-{75CB3EBC-FDC3-4634-967B-12951F0B3F30}" dt="2025-12-14T16:59:19.040" v="335" actId="1076"/>
          <ac:picMkLst>
            <pc:docMk/>
            <pc:sldMk cId="1951304893" sldId="264"/>
            <ac:picMk id="4" creationId="{8C49131C-3770-5BB3-BB1C-F30A583DD864}"/>
          </ac:picMkLst>
        </pc:picChg>
        <pc:picChg chg="mod">
          <ac:chgData name="ANDRES ROQUES SANCHEZ" userId="S::andres.roques@alumnos.upm.es::ccf8582d-5392-42a6-8236-b1fece234554" providerId="AD" clId="Web-{75CB3EBC-FDC3-4634-967B-12951F0B3F30}" dt="2025-12-14T16:59:36.806" v="338" actId="1076"/>
          <ac:picMkLst>
            <pc:docMk/>
            <pc:sldMk cId="1951304893" sldId="264"/>
            <ac:picMk id="6" creationId="{543D9E83-4A3A-B148-66F9-40BD1A5AF26F}"/>
          </ac:picMkLst>
        </pc:picChg>
        <pc:picChg chg="del">
          <ac:chgData name="ANDRES ROQUES SANCHEZ" userId="S::andres.roques@alumnos.upm.es::ccf8582d-5392-42a6-8236-b1fece234554" providerId="AD" clId="Web-{75CB3EBC-FDC3-4634-967B-12951F0B3F30}" dt="2025-12-14T17:02:55.878" v="370"/>
          <ac:picMkLst>
            <pc:docMk/>
            <pc:sldMk cId="1951304893" sldId="264"/>
            <ac:picMk id="7" creationId="{E2007090-1B38-0469-7FEB-E5ACDD4A85A0}"/>
          </ac:picMkLst>
        </pc:picChg>
        <pc:picChg chg="del">
          <ac:chgData name="ANDRES ROQUES SANCHEZ" userId="S::andres.roques@alumnos.upm.es::ccf8582d-5392-42a6-8236-b1fece234554" providerId="AD" clId="Web-{75CB3EBC-FDC3-4634-967B-12951F0B3F30}" dt="2025-12-14T17:00:45.044" v="348"/>
          <ac:picMkLst>
            <pc:docMk/>
            <pc:sldMk cId="1951304893" sldId="264"/>
            <ac:picMk id="8" creationId="{50311F58-8027-7C1C-60CC-5D57C4F68D05}"/>
          </ac:picMkLst>
        </pc:picChg>
        <pc:picChg chg="add mod">
          <ac:chgData name="ANDRES ROQUES SANCHEZ" userId="S::andres.roques@alumnos.upm.es::ccf8582d-5392-42a6-8236-b1fece234554" providerId="AD" clId="Web-{75CB3EBC-FDC3-4634-967B-12951F0B3F30}" dt="2025-12-14T17:00:03.261" v="343" actId="1076"/>
          <ac:picMkLst>
            <pc:docMk/>
            <pc:sldMk cId="1951304893" sldId="264"/>
            <ac:picMk id="9" creationId="{9B11DE93-0568-9FA8-55A5-CAEBC9F30D0C}"/>
          </ac:picMkLst>
        </pc:picChg>
        <pc:picChg chg="del">
          <ac:chgData name="ANDRES ROQUES SANCHEZ" userId="S::andres.roques@alumnos.upm.es::ccf8582d-5392-42a6-8236-b1fece234554" providerId="AD" clId="Web-{75CB3EBC-FDC3-4634-967B-12951F0B3F30}" dt="2025-12-14T17:02:05.079" v="364"/>
          <ac:picMkLst>
            <pc:docMk/>
            <pc:sldMk cId="1951304893" sldId="264"/>
            <ac:picMk id="10" creationId="{C044B5C3-B5BD-6C06-E09D-B2C5120A3E72}"/>
          </ac:picMkLst>
        </pc:picChg>
        <pc:picChg chg="del">
          <ac:chgData name="ANDRES ROQUES SANCHEZ" userId="S::andres.roques@alumnos.upm.es::ccf8582d-5392-42a6-8236-b1fece234554" providerId="AD" clId="Web-{75CB3EBC-FDC3-4634-967B-12951F0B3F30}" dt="2025-12-14T17:01:36.687" v="357"/>
          <ac:picMkLst>
            <pc:docMk/>
            <pc:sldMk cId="1951304893" sldId="264"/>
            <ac:picMk id="11" creationId="{23596A75-DF41-3A91-8573-7876DFCE9168}"/>
          </ac:picMkLst>
        </pc:picChg>
        <pc:picChg chg="del">
          <ac:chgData name="ANDRES ROQUES SANCHEZ" userId="S::andres.roques@alumnos.upm.es::ccf8582d-5392-42a6-8236-b1fece234554" providerId="AD" clId="Web-{75CB3EBC-FDC3-4634-967B-12951F0B3F30}" dt="2025-12-14T16:59:12.477" v="333"/>
          <ac:picMkLst>
            <pc:docMk/>
            <pc:sldMk cId="1951304893" sldId="264"/>
            <ac:picMk id="12" creationId="{31387BE0-A6DD-25D3-8EC9-1D83BAB140DB}"/>
          </ac:picMkLst>
        </pc:picChg>
        <pc:picChg chg="del">
          <ac:chgData name="ANDRES ROQUES SANCHEZ" userId="S::andres.roques@alumnos.upm.es::ccf8582d-5392-42a6-8236-b1fece234554" providerId="AD" clId="Web-{75CB3EBC-FDC3-4634-967B-12951F0B3F30}" dt="2025-12-14T17:01:31.140" v="351"/>
          <ac:picMkLst>
            <pc:docMk/>
            <pc:sldMk cId="1951304893" sldId="264"/>
            <ac:picMk id="14" creationId="{6A575F55-456E-44D4-6AC6-095DDA1A861F}"/>
          </ac:picMkLst>
        </pc:picChg>
        <pc:picChg chg="add mod">
          <ac:chgData name="ANDRES ROQUES SANCHEZ" userId="S::andres.roques@alumnos.upm.es::ccf8582d-5392-42a6-8236-b1fece234554" providerId="AD" clId="Web-{75CB3EBC-FDC3-4634-967B-12951F0B3F30}" dt="2025-12-14T17:00:53.435" v="350" actId="14100"/>
          <ac:picMkLst>
            <pc:docMk/>
            <pc:sldMk cId="1951304893" sldId="264"/>
            <ac:picMk id="15" creationId="{027825F5-E528-4A1D-BC48-FA5BC0264DF8}"/>
          </ac:picMkLst>
        </pc:picChg>
        <pc:picChg chg="mod">
          <ac:chgData name="ANDRES ROQUES SANCHEZ" userId="S::andres.roques@alumnos.upm.es::ccf8582d-5392-42a6-8236-b1fece234554" providerId="AD" clId="Web-{75CB3EBC-FDC3-4634-967B-12951F0B3F30}" dt="2025-12-14T16:59:36.822" v="340" actId="1076"/>
          <ac:picMkLst>
            <pc:docMk/>
            <pc:sldMk cId="1951304893" sldId="264"/>
            <ac:picMk id="16" creationId="{6923CDD3-4005-F75E-6FA0-CD3FBD44DF1F}"/>
          </ac:picMkLst>
        </pc:picChg>
        <pc:picChg chg="add mod">
          <ac:chgData name="ANDRES ROQUES SANCHEZ" userId="S::andres.roques@alumnos.upm.es::ccf8582d-5392-42a6-8236-b1fece234554" providerId="AD" clId="Web-{75CB3EBC-FDC3-4634-967B-12951F0B3F30}" dt="2025-12-14T17:01:44.594" v="359" actId="1076"/>
          <ac:picMkLst>
            <pc:docMk/>
            <pc:sldMk cId="1951304893" sldId="264"/>
            <ac:picMk id="18" creationId="{13183545-AEBE-2B0A-AA49-2276CACED0B2}"/>
          </ac:picMkLst>
        </pc:picChg>
        <pc:picChg chg="add mod">
          <ac:chgData name="ANDRES ROQUES SANCHEZ" userId="S::andres.roques@alumnos.upm.es::ccf8582d-5392-42a6-8236-b1fece234554" providerId="AD" clId="Web-{75CB3EBC-FDC3-4634-967B-12951F0B3F30}" dt="2025-12-14T17:21:50.742" v="511" actId="1076"/>
          <ac:picMkLst>
            <pc:docMk/>
            <pc:sldMk cId="1951304893" sldId="264"/>
            <ac:picMk id="27" creationId="{6789351A-6C68-24BC-BABD-38D01242AD95}"/>
          </ac:picMkLst>
        </pc:picChg>
      </pc:sldChg>
      <pc:sldChg chg="addSp delSp modSp add replId delAnim">
        <pc:chgData name="ANDRES ROQUES SANCHEZ" userId="S::andres.roques@alumnos.upm.es::ccf8582d-5392-42a6-8236-b1fece234554" providerId="AD" clId="Web-{75CB3EBC-FDC3-4634-967B-12951F0B3F30}" dt="2025-12-14T17:21:56.226" v="512" actId="1076"/>
        <pc:sldMkLst>
          <pc:docMk/>
          <pc:sldMk cId="2869950962" sldId="265"/>
        </pc:sldMkLst>
        <pc:spChg chg="mod">
          <ac:chgData name="ANDRES ROQUES SANCHEZ" userId="S::andres.roques@alumnos.upm.es::ccf8582d-5392-42a6-8236-b1fece234554" providerId="AD" clId="Web-{75CB3EBC-FDC3-4634-967B-12951F0B3F30}" dt="2025-12-14T17:19:26.975" v="466" actId="1076"/>
          <ac:spMkLst>
            <pc:docMk/>
            <pc:sldMk cId="2869950962" sldId="265"/>
            <ac:spMk id="2" creationId="{6D42F658-25D5-4DFF-452C-10214B7879EB}"/>
          </ac:spMkLst>
        </pc:spChg>
        <pc:spChg chg="add del mod">
          <ac:chgData name="ANDRES ROQUES SANCHEZ" userId="S::andres.roques@alumnos.upm.es::ccf8582d-5392-42a6-8236-b1fece234554" providerId="AD" clId="Web-{75CB3EBC-FDC3-4634-967B-12951F0B3F30}" dt="2025-12-14T17:14:16.251" v="389"/>
          <ac:spMkLst>
            <pc:docMk/>
            <pc:sldMk cId="2869950962" sldId="265"/>
            <ac:spMk id="8" creationId="{99B93ED8-FD88-77CB-9AFA-68A25D68F688}"/>
          </ac:spMkLst>
        </pc:spChg>
        <pc:spChg chg="add mod">
          <ac:chgData name="ANDRES ROQUES SANCHEZ" userId="S::andres.roques@alumnos.upm.es::ccf8582d-5392-42a6-8236-b1fece234554" providerId="AD" clId="Web-{75CB3EBC-FDC3-4634-967B-12951F0B3F30}" dt="2025-12-14T17:21:03.226" v="506" actId="20577"/>
          <ac:spMkLst>
            <pc:docMk/>
            <pc:sldMk cId="2869950962" sldId="265"/>
            <ac:spMk id="31" creationId="{530692A7-51C8-3F88-1F1D-D61D90E6878E}"/>
          </ac:spMkLst>
        </pc:spChg>
        <pc:picChg chg="add mod">
          <ac:chgData name="ANDRES ROQUES SANCHEZ" userId="S::andres.roques@alumnos.upm.es::ccf8582d-5392-42a6-8236-b1fece234554" providerId="AD" clId="Web-{75CB3EBC-FDC3-4634-967B-12951F0B3F30}" dt="2025-12-14T17:21:56.226" v="512" actId="1076"/>
          <ac:picMkLst>
            <pc:docMk/>
            <pc:sldMk cId="2869950962" sldId="265"/>
            <ac:picMk id="3" creationId="{D8CC131E-D49B-57D0-AA9E-B0F15E89FC5E}"/>
          </ac:picMkLst>
        </pc:picChg>
        <pc:picChg chg="del">
          <ac:chgData name="ANDRES ROQUES SANCHEZ" userId="S::andres.roques@alumnos.upm.es::ccf8582d-5392-42a6-8236-b1fece234554" providerId="AD" clId="Web-{75CB3EBC-FDC3-4634-967B-12951F0B3F30}" dt="2025-12-14T17:14:03.532" v="387"/>
          <ac:picMkLst>
            <pc:docMk/>
            <pc:sldMk cId="2869950962" sldId="265"/>
            <ac:picMk id="6" creationId="{31ACD601-BB6E-DA3F-B5A9-D2459E8A906C}"/>
          </ac:picMkLst>
        </pc:picChg>
        <pc:picChg chg="del">
          <ac:chgData name="ANDRES ROQUES SANCHEZ" userId="S::andres.roques@alumnos.upm.es::ccf8582d-5392-42a6-8236-b1fece234554" providerId="AD" clId="Web-{75CB3EBC-FDC3-4634-967B-12951F0B3F30}" dt="2025-12-14T17:14:01.923" v="386"/>
          <ac:picMkLst>
            <pc:docMk/>
            <pc:sldMk cId="2869950962" sldId="265"/>
            <ac:picMk id="9" creationId="{5FABD153-EEF7-7BAA-6FF8-1C39FC175C42}"/>
          </ac:picMkLst>
        </pc:picChg>
        <pc:picChg chg="add del mod">
          <ac:chgData name="ANDRES ROQUES SANCHEZ" userId="S::andres.roques@alumnos.upm.es::ccf8582d-5392-42a6-8236-b1fece234554" providerId="AD" clId="Web-{75CB3EBC-FDC3-4634-967B-12951F0B3F30}" dt="2025-12-14T17:14:29.142" v="394"/>
          <ac:picMkLst>
            <pc:docMk/>
            <pc:sldMk cId="2869950962" sldId="265"/>
            <ac:picMk id="10" creationId="{266E79FC-1C2A-D827-7F22-4744A862AE2A}"/>
          </ac:picMkLst>
        </pc:picChg>
        <pc:picChg chg="add mod modCrop">
          <ac:chgData name="ANDRES ROQUES SANCHEZ" userId="S::andres.roques@alumnos.upm.es::ccf8582d-5392-42a6-8236-b1fece234554" providerId="AD" clId="Web-{75CB3EBC-FDC3-4634-967B-12951F0B3F30}" dt="2025-12-14T17:19:40.115" v="483" actId="1076"/>
          <ac:picMkLst>
            <pc:docMk/>
            <pc:sldMk cId="2869950962" sldId="265"/>
            <ac:picMk id="11" creationId="{5681D1C6-5239-AA38-DDA2-DD23B1062814}"/>
          </ac:picMkLst>
        </pc:picChg>
        <pc:picChg chg="add del mod">
          <ac:chgData name="ANDRES ROQUES SANCHEZ" userId="S::andres.roques@alumnos.upm.es::ccf8582d-5392-42a6-8236-b1fece234554" providerId="AD" clId="Web-{75CB3EBC-FDC3-4634-967B-12951F0B3F30}" dt="2025-12-14T17:18:09.692" v="406"/>
          <ac:picMkLst>
            <pc:docMk/>
            <pc:sldMk cId="2869950962" sldId="265"/>
            <ac:picMk id="12" creationId="{11857D72-0FDF-D5BB-4DC9-A48712CA500B}"/>
          </ac:picMkLst>
        </pc:picChg>
        <pc:picChg chg="add mod">
          <ac:chgData name="ANDRES ROQUES SANCHEZ" userId="S::andres.roques@alumnos.upm.es::ccf8582d-5392-42a6-8236-b1fece234554" providerId="AD" clId="Web-{75CB3EBC-FDC3-4634-967B-12951F0B3F30}" dt="2025-12-14T17:19:40.115" v="484" actId="1076"/>
          <ac:picMkLst>
            <pc:docMk/>
            <pc:sldMk cId="2869950962" sldId="265"/>
            <ac:picMk id="14" creationId="{69532B10-5B26-6EC7-2FC6-1923166A2CAD}"/>
          </ac:picMkLst>
        </pc:picChg>
        <pc:picChg chg="mod">
          <ac:chgData name="ANDRES ROQUES SANCHEZ" userId="S::andres.roques@alumnos.upm.es::ccf8582d-5392-42a6-8236-b1fece234554" providerId="AD" clId="Web-{75CB3EBC-FDC3-4634-967B-12951F0B3F30}" dt="2025-12-14T17:19:26.959" v="465" actId="1076"/>
          <ac:picMkLst>
            <pc:docMk/>
            <pc:sldMk cId="2869950962" sldId="265"/>
            <ac:picMk id="16" creationId="{D0843256-BF38-6CCB-5B10-15E8EA25AA91}"/>
          </ac:picMkLst>
        </pc:picChg>
        <pc:picChg chg="add mod">
          <ac:chgData name="ANDRES ROQUES SANCHEZ" userId="S::andres.roques@alumnos.upm.es::ccf8582d-5392-42a6-8236-b1fece234554" providerId="AD" clId="Web-{75CB3EBC-FDC3-4634-967B-12951F0B3F30}" dt="2025-12-14T17:19:40.131" v="485" actId="1076"/>
          <ac:picMkLst>
            <pc:docMk/>
            <pc:sldMk cId="2869950962" sldId="265"/>
            <ac:picMk id="17" creationId="{A833D2A3-A35B-6E67-284B-9C71B28E04C7}"/>
          </ac:picMkLst>
        </pc:picChg>
        <pc:picChg chg="add mod">
          <ac:chgData name="ANDRES ROQUES SANCHEZ" userId="S::andres.roques@alumnos.upm.es::ccf8582d-5392-42a6-8236-b1fece234554" providerId="AD" clId="Web-{75CB3EBC-FDC3-4634-967B-12951F0B3F30}" dt="2025-12-14T17:19:40.131" v="486" actId="1076"/>
          <ac:picMkLst>
            <pc:docMk/>
            <pc:sldMk cId="2869950962" sldId="265"/>
            <ac:picMk id="19" creationId="{1B17211D-7D65-B4C5-28F1-8DCBB5BA019D}"/>
          </ac:picMkLst>
        </pc:picChg>
        <pc:picChg chg="add mod">
          <ac:chgData name="ANDRES ROQUES SANCHEZ" userId="S::andres.roques@alumnos.upm.es::ccf8582d-5392-42a6-8236-b1fece234554" providerId="AD" clId="Web-{75CB3EBC-FDC3-4634-967B-12951F0B3F30}" dt="2025-12-14T17:19:40.131" v="487" actId="1076"/>
          <ac:picMkLst>
            <pc:docMk/>
            <pc:sldMk cId="2869950962" sldId="265"/>
            <ac:picMk id="21" creationId="{19506EEA-BA7D-FE4F-36D7-E9EC4C2904F6}"/>
          </ac:picMkLst>
        </pc:picChg>
        <pc:picChg chg="add mod">
          <ac:chgData name="ANDRES ROQUES SANCHEZ" userId="S::andres.roques@alumnos.upm.es::ccf8582d-5392-42a6-8236-b1fece234554" providerId="AD" clId="Web-{75CB3EBC-FDC3-4634-967B-12951F0B3F30}" dt="2025-12-14T17:19:40.147" v="488" actId="1076"/>
          <ac:picMkLst>
            <pc:docMk/>
            <pc:sldMk cId="2869950962" sldId="265"/>
            <ac:picMk id="23" creationId="{3E2A99C0-ABAE-72E7-BD11-E45879549630}"/>
          </ac:picMkLst>
        </pc:picChg>
        <pc:picChg chg="add mod">
          <ac:chgData name="ANDRES ROQUES SANCHEZ" userId="S::andres.roques@alumnos.upm.es::ccf8582d-5392-42a6-8236-b1fece234554" providerId="AD" clId="Web-{75CB3EBC-FDC3-4634-967B-12951F0B3F30}" dt="2025-12-14T17:19:40.147" v="489" actId="1076"/>
          <ac:picMkLst>
            <pc:docMk/>
            <pc:sldMk cId="2869950962" sldId="265"/>
            <ac:picMk id="25" creationId="{1A268FEB-4E44-E6D7-1CFC-B94A4DEBD55D}"/>
          </ac:picMkLst>
        </pc:picChg>
        <pc:picChg chg="del">
          <ac:chgData name="ANDRES ROQUES SANCHEZ" userId="S::andres.roques@alumnos.upm.es::ccf8582d-5392-42a6-8236-b1fece234554" providerId="AD" clId="Web-{75CB3EBC-FDC3-4634-967B-12951F0B3F30}" dt="2025-12-14T17:09:50.713" v="382"/>
          <ac:picMkLst>
            <pc:docMk/>
            <pc:sldMk cId="2869950962" sldId="265"/>
            <ac:picMk id="27" creationId="{A1DC5B32-DE1E-4723-6C4F-7A7460354D69}"/>
          </ac:picMkLst>
        </pc:picChg>
        <pc:picChg chg="add mod">
          <ac:chgData name="ANDRES ROQUES SANCHEZ" userId="S::andres.roques@alumnos.upm.es::ccf8582d-5392-42a6-8236-b1fece234554" providerId="AD" clId="Web-{75CB3EBC-FDC3-4634-967B-12951F0B3F30}" dt="2025-12-14T17:19:40.147" v="490" actId="1076"/>
          <ac:picMkLst>
            <pc:docMk/>
            <pc:sldMk cId="2869950962" sldId="265"/>
            <ac:picMk id="28" creationId="{4C6130BE-B69E-DA08-741B-14DA2EAB0C30}"/>
          </ac:picMkLst>
        </pc:picChg>
        <pc:picChg chg="add del mod">
          <ac:chgData name="ANDRES ROQUES SANCHEZ" userId="S::andres.roques@alumnos.upm.es::ccf8582d-5392-42a6-8236-b1fece234554" providerId="AD" clId="Web-{75CB3EBC-FDC3-4634-967B-12951F0B3F30}" dt="2025-12-14T17:19:57.553" v="492"/>
          <ac:picMkLst>
            <pc:docMk/>
            <pc:sldMk cId="2869950962" sldId="265"/>
            <ac:picMk id="29" creationId="{AF6A266E-9850-CA2F-E8A8-D03EC0C714A0}"/>
          </ac:picMkLst>
        </pc:picChg>
        <pc:picChg chg="add del mod">
          <ac:chgData name="ANDRES ROQUES SANCHEZ" userId="S::andres.roques@alumnos.upm.es::ccf8582d-5392-42a6-8236-b1fece234554" providerId="AD" clId="Web-{75CB3EBC-FDC3-4634-967B-12951F0B3F30}" dt="2025-12-14T17:19:10.599" v="436"/>
          <ac:picMkLst>
            <pc:docMk/>
            <pc:sldMk cId="2869950962" sldId="265"/>
            <ac:picMk id="30" creationId="{7E3E5E1B-AAD4-8920-D92E-71CF464374FC}"/>
          </ac:picMkLst>
        </pc:picChg>
      </pc:sldChg>
      <pc:sldChg chg="modSp add del replId">
        <pc:chgData name="ANDRES ROQUES SANCHEZ" userId="S::andres.roques@alumnos.upm.es::ccf8582d-5392-42a6-8236-b1fece234554" providerId="AD" clId="Web-{75CB3EBC-FDC3-4634-967B-12951F0B3F30}" dt="2025-12-14T17:28:03.036" v="567"/>
        <pc:sldMkLst>
          <pc:docMk/>
          <pc:sldMk cId="3056785434" sldId="266"/>
        </pc:sldMkLst>
        <pc:spChg chg="mod">
          <ac:chgData name="ANDRES ROQUES SANCHEZ" userId="S::andres.roques@alumnos.upm.es::ccf8582d-5392-42a6-8236-b1fece234554" providerId="AD" clId="Web-{75CB3EBC-FDC3-4634-967B-12951F0B3F30}" dt="2025-12-14T17:22:21.742" v="519" actId="20577"/>
          <ac:spMkLst>
            <pc:docMk/>
            <pc:sldMk cId="3056785434" sldId="266"/>
            <ac:spMk id="2" creationId="{BA99A44D-A2FB-6955-A75A-670C71110CD3}"/>
          </ac:spMkLst>
        </pc:spChg>
      </pc:sldChg>
      <pc:sldChg chg="addSp delSp modSp add replId addAnim delAnim">
        <pc:chgData name="ANDRES ROQUES SANCHEZ" userId="S::andres.roques@alumnos.upm.es::ccf8582d-5392-42a6-8236-b1fece234554" providerId="AD" clId="Web-{75CB3EBC-FDC3-4634-967B-12951F0B3F30}" dt="2025-12-14T18:08:29.428" v="867" actId="20577"/>
        <pc:sldMkLst>
          <pc:docMk/>
          <pc:sldMk cId="1921190189" sldId="267"/>
        </pc:sldMkLst>
        <pc:spChg chg="mod">
          <ac:chgData name="ANDRES ROQUES SANCHEZ" userId="S::andres.roques@alumnos.upm.es::ccf8582d-5392-42a6-8236-b1fece234554" providerId="AD" clId="Web-{75CB3EBC-FDC3-4634-967B-12951F0B3F30}" dt="2025-12-14T17:28:10.287" v="570" actId="20577"/>
          <ac:spMkLst>
            <pc:docMk/>
            <pc:sldMk cId="1921190189" sldId="267"/>
            <ac:spMk id="2" creationId="{B4B0E2ED-4ADE-19A0-101E-BAC686F19AD9}"/>
          </ac:spMkLst>
        </pc:spChg>
        <pc:spChg chg="add mod">
          <ac:chgData name="ANDRES ROQUES SANCHEZ" userId="S::andres.roques@alumnos.upm.es::ccf8582d-5392-42a6-8236-b1fece234554" providerId="AD" clId="Web-{75CB3EBC-FDC3-4634-967B-12951F0B3F30}" dt="2025-12-14T17:35:36.864" v="651" actId="1076"/>
          <ac:spMkLst>
            <pc:docMk/>
            <pc:sldMk cId="1921190189" sldId="267"/>
            <ac:spMk id="8" creationId="{876484CE-9D48-0941-8114-4C41E3DD398E}"/>
          </ac:spMkLst>
        </pc:spChg>
        <pc:spChg chg="add mod">
          <ac:chgData name="ANDRES ROQUES SANCHEZ" userId="S::andres.roques@alumnos.upm.es::ccf8582d-5392-42a6-8236-b1fece234554" providerId="AD" clId="Web-{75CB3EBC-FDC3-4634-967B-12951F0B3F30}" dt="2025-12-14T17:35:36.879" v="652" actId="1076"/>
          <ac:spMkLst>
            <pc:docMk/>
            <pc:sldMk cId="1921190189" sldId="267"/>
            <ac:spMk id="10" creationId="{E7E3D3AA-BFCC-1AF8-D493-4FD806D1BA9B}"/>
          </ac:spMkLst>
        </pc:spChg>
        <pc:spChg chg="del">
          <ac:chgData name="ANDRES ROQUES SANCHEZ" userId="S::andres.roques@alumnos.upm.es::ccf8582d-5392-42a6-8236-b1fece234554" providerId="AD" clId="Web-{75CB3EBC-FDC3-4634-967B-12951F0B3F30}" dt="2025-12-14T17:27:33.566" v="561"/>
          <ac:spMkLst>
            <pc:docMk/>
            <pc:sldMk cId="1921190189" sldId="267"/>
            <ac:spMk id="13" creationId="{E40FBA5D-ED34-52D3-BC76-511E0EDA3D6E}"/>
          </ac:spMkLst>
        </pc:spChg>
        <pc:spChg chg="del mod">
          <ac:chgData name="ANDRES ROQUES SANCHEZ" userId="S::andres.roques@alumnos.upm.es::ccf8582d-5392-42a6-8236-b1fece234554" providerId="AD" clId="Web-{75CB3EBC-FDC3-4634-967B-12951F0B3F30}" dt="2025-12-14T17:24:19.407" v="535"/>
          <ac:spMkLst>
            <pc:docMk/>
            <pc:sldMk cId="1921190189" sldId="267"/>
            <ac:spMk id="20" creationId="{37E672A8-54B9-5EF9-6B64-E0BB44D88956}"/>
          </ac:spMkLst>
        </pc:spChg>
        <pc:spChg chg="del mod">
          <ac:chgData name="ANDRES ROQUES SANCHEZ" userId="S::andres.roques@alumnos.upm.es::ccf8582d-5392-42a6-8236-b1fece234554" providerId="AD" clId="Web-{75CB3EBC-FDC3-4634-967B-12951F0B3F30}" dt="2025-12-14T17:25:00.381" v="545"/>
          <ac:spMkLst>
            <pc:docMk/>
            <pc:sldMk cId="1921190189" sldId="267"/>
            <ac:spMk id="22" creationId="{3E013C85-7A89-228D-C863-E6DA83A36BD2}"/>
          </ac:spMkLst>
        </pc:spChg>
        <pc:spChg chg="add del mod">
          <ac:chgData name="ANDRES ROQUES SANCHEZ" userId="S::andres.roques@alumnos.upm.es::ccf8582d-5392-42a6-8236-b1fece234554" providerId="AD" clId="Web-{75CB3EBC-FDC3-4634-967B-12951F0B3F30}" dt="2025-12-14T17:25:03.381" v="546"/>
          <ac:spMkLst>
            <pc:docMk/>
            <pc:sldMk cId="1921190189" sldId="267"/>
            <ac:spMk id="24" creationId="{EEC3A685-E457-74B5-A09D-A736BACC68D3}"/>
          </ac:spMkLst>
        </pc:spChg>
        <pc:spChg chg="del">
          <ac:chgData name="ANDRES ROQUES SANCHEZ" userId="S::andres.roques@alumnos.upm.es::ccf8582d-5392-42a6-8236-b1fece234554" providerId="AD" clId="Web-{75CB3EBC-FDC3-4634-967B-12951F0B3F30}" dt="2025-12-14T17:24:08.390" v="529"/>
          <ac:spMkLst>
            <pc:docMk/>
            <pc:sldMk cId="1921190189" sldId="267"/>
            <ac:spMk id="26" creationId="{8C847EA7-99B6-DAD6-2678-A0D85B3E1024}"/>
          </ac:spMkLst>
        </pc:spChg>
        <pc:spChg chg="add mod">
          <ac:chgData name="ANDRES ROQUES SANCHEZ" userId="S::andres.roques@alumnos.upm.es::ccf8582d-5392-42a6-8236-b1fece234554" providerId="AD" clId="Web-{75CB3EBC-FDC3-4634-967B-12951F0B3F30}" dt="2025-12-14T17:35:36.879" v="653" actId="1076"/>
          <ac:spMkLst>
            <pc:docMk/>
            <pc:sldMk cId="1921190189" sldId="267"/>
            <ac:spMk id="27" creationId="{6C45DCAE-9BE6-3208-2D1F-24BBA8C02AF4}"/>
          </ac:spMkLst>
        </pc:spChg>
        <pc:spChg chg="add mod">
          <ac:chgData name="ANDRES ROQUES SANCHEZ" userId="S::andres.roques@alumnos.upm.es::ccf8582d-5392-42a6-8236-b1fece234554" providerId="AD" clId="Web-{75CB3EBC-FDC3-4634-967B-12951F0B3F30}" dt="2025-12-14T17:35:36.879" v="654" actId="1076"/>
          <ac:spMkLst>
            <pc:docMk/>
            <pc:sldMk cId="1921190189" sldId="267"/>
            <ac:spMk id="30" creationId="{4B4889FB-BADF-2D49-E392-098CA4B65814}"/>
          </ac:spMkLst>
        </pc:spChg>
        <pc:spChg chg="mod">
          <ac:chgData name="ANDRES ROQUES SANCHEZ" userId="S::andres.roques@alumnos.upm.es::ccf8582d-5392-42a6-8236-b1fece234554" providerId="AD" clId="Web-{75CB3EBC-FDC3-4634-967B-12951F0B3F30}" dt="2025-12-14T17:43:57.653" v="723" actId="1076"/>
          <ac:spMkLst>
            <pc:docMk/>
            <pc:sldMk cId="1921190189" sldId="267"/>
            <ac:spMk id="31" creationId="{14615A4F-047B-CBBD-12F5-09D77E43AC59}"/>
          </ac:spMkLst>
        </pc:spChg>
        <pc:spChg chg="add mod">
          <ac:chgData name="ANDRES ROQUES SANCHEZ" userId="S::andres.roques@alumnos.upm.es::ccf8582d-5392-42a6-8236-b1fece234554" providerId="AD" clId="Web-{75CB3EBC-FDC3-4634-967B-12951F0B3F30}" dt="2025-12-14T18:08:29.428" v="867" actId="20577"/>
          <ac:spMkLst>
            <pc:docMk/>
            <pc:sldMk cId="1921190189" sldId="267"/>
            <ac:spMk id="44" creationId="{6C573285-8A60-F151-8892-DE57A3424F36}"/>
          </ac:spMkLst>
        </pc:spChg>
        <pc:picChg chg="del">
          <ac:chgData name="ANDRES ROQUES SANCHEZ" userId="S::andres.roques@alumnos.upm.es::ccf8582d-5392-42a6-8236-b1fece234554" providerId="AD" clId="Web-{75CB3EBC-FDC3-4634-967B-12951F0B3F30}" dt="2025-12-14T17:40:44.964" v="707"/>
          <ac:picMkLst>
            <pc:docMk/>
            <pc:sldMk cId="1921190189" sldId="267"/>
            <ac:picMk id="3" creationId="{2127DDD7-37AD-2ED2-2C5A-28F360BD87D7}"/>
          </ac:picMkLst>
        </pc:picChg>
        <pc:picChg chg="del">
          <ac:chgData name="ANDRES ROQUES SANCHEZ" userId="S::andres.roques@alumnos.upm.es::ccf8582d-5392-42a6-8236-b1fece234554" providerId="AD" clId="Web-{75CB3EBC-FDC3-4634-967B-12951F0B3F30}" dt="2025-12-14T17:27:30.550" v="560"/>
          <ac:picMkLst>
            <pc:docMk/>
            <pc:sldMk cId="1921190189" sldId="267"/>
            <ac:picMk id="4" creationId="{160EBA30-E44D-94A1-A612-38CFD58B0C1F}"/>
          </ac:picMkLst>
        </pc:picChg>
        <pc:picChg chg="mod">
          <ac:chgData name="ANDRES ROQUES SANCHEZ" userId="S::andres.roques@alumnos.upm.es::ccf8582d-5392-42a6-8236-b1fece234554" providerId="AD" clId="Web-{75CB3EBC-FDC3-4634-967B-12951F0B3F30}" dt="2025-12-14T17:35:29.676" v="649" actId="1076"/>
          <ac:picMkLst>
            <pc:docMk/>
            <pc:sldMk cId="1921190189" sldId="267"/>
            <ac:picMk id="5" creationId="{D13734D4-A3D3-A233-7C11-54EACF418299}"/>
          </ac:picMkLst>
        </pc:picChg>
        <pc:picChg chg="add mod modCrop">
          <ac:chgData name="ANDRES ROQUES SANCHEZ" userId="S::andres.roques@alumnos.upm.es::ccf8582d-5392-42a6-8236-b1fece234554" providerId="AD" clId="Web-{75CB3EBC-FDC3-4634-967B-12951F0B3F30}" dt="2025-12-14T17:35:36.864" v="650" actId="1076"/>
          <ac:picMkLst>
            <pc:docMk/>
            <pc:sldMk cId="1921190189" sldId="267"/>
            <ac:picMk id="6" creationId="{D0FCD6A9-9F7E-E337-939A-AA87D0AE16DA}"/>
          </ac:picMkLst>
        </pc:picChg>
        <pc:picChg chg="mod">
          <ac:chgData name="ANDRES ROQUES SANCHEZ" userId="S::andres.roques@alumnos.upm.es::ccf8582d-5392-42a6-8236-b1fece234554" providerId="AD" clId="Web-{75CB3EBC-FDC3-4634-967B-12951F0B3F30}" dt="2025-12-14T17:43:57.559" v="715" actId="1076"/>
          <ac:picMkLst>
            <pc:docMk/>
            <pc:sldMk cId="1921190189" sldId="267"/>
            <ac:picMk id="11" creationId="{303D0883-C137-8FF1-FF8C-EE3D403E7F7B}"/>
          </ac:picMkLst>
        </pc:picChg>
        <pc:picChg chg="mod">
          <ac:chgData name="ANDRES ROQUES SANCHEZ" userId="S::andres.roques@alumnos.upm.es::ccf8582d-5392-42a6-8236-b1fece234554" providerId="AD" clId="Web-{75CB3EBC-FDC3-4634-967B-12951F0B3F30}" dt="2025-12-14T17:43:57.575" v="716" actId="1076"/>
          <ac:picMkLst>
            <pc:docMk/>
            <pc:sldMk cId="1921190189" sldId="267"/>
            <ac:picMk id="14" creationId="{C3CAC5C1-9AC4-E723-2E77-10C494903631}"/>
          </ac:picMkLst>
        </pc:picChg>
        <pc:picChg chg="del">
          <ac:chgData name="ANDRES ROQUES SANCHEZ" userId="S::andres.roques@alumnos.upm.es::ccf8582d-5392-42a6-8236-b1fece234554" providerId="AD" clId="Web-{75CB3EBC-FDC3-4634-967B-12951F0B3F30}" dt="2025-12-14T17:27:34.816" v="562"/>
          <ac:picMkLst>
            <pc:docMk/>
            <pc:sldMk cId="1921190189" sldId="267"/>
            <ac:picMk id="15" creationId="{66CFDA68-5172-E94F-8A5B-9897C0578420}"/>
          </ac:picMkLst>
        </pc:picChg>
        <pc:picChg chg="del">
          <ac:chgData name="ANDRES ROQUES SANCHEZ" userId="S::andres.roques@alumnos.upm.es::ccf8582d-5392-42a6-8236-b1fece234554" providerId="AD" clId="Web-{75CB3EBC-FDC3-4634-967B-12951F0B3F30}" dt="2025-12-14T17:23:53.935" v="524"/>
          <ac:picMkLst>
            <pc:docMk/>
            <pc:sldMk cId="1921190189" sldId="267"/>
            <ac:picMk id="16" creationId="{5897F0D2-26C9-0E3C-C1A3-885C5308F91E}"/>
          </ac:picMkLst>
        </pc:picChg>
        <pc:picChg chg="mod">
          <ac:chgData name="ANDRES ROQUES SANCHEZ" userId="S::andres.roques@alumnos.upm.es::ccf8582d-5392-42a6-8236-b1fece234554" providerId="AD" clId="Web-{75CB3EBC-FDC3-4634-967B-12951F0B3F30}" dt="2025-12-14T17:43:57.590" v="717" actId="1076"/>
          <ac:picMkLst>
            <pc:docMk/>
            <pc:sldMk cId="1921190189" sldId="267"/>
            <ac:picMk id="17" creationId="{D21C78F5-FAE6-E803-DACC-E34FB140A393}"/>
          </ac:picMkLst>
        </pc:picChg>
        <pc:picChg chg="del">
          <ac:chgData name="ANDRES ROQUES SANCHEZ" userId="S::andres.roques@alumnos.upm.es::ccf8582d-5392-42a6-8236-b1fece234554" providerId="AD" clId="Web-{75CB3EBC-FDC3-4634-967B-12951F0B3F30}" dt="2025-12-14T17:23:59.452" v="525"/>
          <ac:picMkLst>
            <pc:docMk/>
            <pc:sldMk cId="1921190189" sldId="267"/>
            <ac:picMk id="18" creationId="{F2E6DC34-5CE2-BFC2-3B2C-A6CEB29C4716}"/>
          </ac:picMkLst>
        </pc:picChg>
        <pc:picChg chg="mod">
          <ac:chgData name="ANDRES ROQUES SANCHEZ" userId="S::andres.roques@alumnos.upm.es::ccf8582d-5392-42a6-8236-b1fece234554" providerId="AD" clId="Web-{75CB3EBC-FDC3-4634-967B-12951F0B3F30}" dt="2025-12-14T17:43:57.606" v="718" actId="1076"/>
          <ac:picMkLst>
            <pc:docMk/>
            <pc:sldMk cId="1921190189" sldId="267"/>
            <ac:picMk id="19" creationId="{BBED90D3-DB42-4339-5A9F-D43375F31546}"/>
          </ac:picMkLst>
        </pc:picChg>
        <pc:picChg chg="mod">
          <ac:chgData name="ANDRES ROQUES SANCHEZ" userId="S::andres.roques@alumnos.upm.es::ccf8582d-5392-42a6-8236-b1fece234554" providerId="AD" clId="Web-{75CB3EBC-FDC3-4634-967B-12951F0B3F30}" dt="2025-12-14T17:43:57.606" v="719" actId="1076"/>
          <ac:picMkLst>
            <pc:docMk/>
            <pc:sldMk cId="1921190189" sldId="267"/>
            <ac:picMk id="21" creationId="{10B42199-DD3E-90CC-B3AD-B09CEC6772AF}"/>
          </ac:picMkLst>
        </pc:picChg>
        <pc:picChg chg="mod">
          <ac:chgData name="ANDRES ROQUES SANCHEZ" userId="S::andres.roques@alumnos.upm.es::ccf8582d-5392-42a6-8236-b1fece234554" providerId="AD" clId="Web-{75CB3EBC-FDC3-4634-967B-12951F0B3F30}" dt="2025-12-14T17:43:57.621" v="720" actId="1076"/>
          <ac:picMkLst>
            <pc:docMk/>
            <pc:sldMk cId="1921190189" sldId="267"/>
            <ac:picMk id="23" creationId="{B9E59752-E818-5F69-2EC3-AA6FF7CD3DB8}"/>
          </ac:picMkLst>
        </pc:picChg>
        <pc:picChg chg="mod">
          <ac:chgData name="ANDRES ROQUES SANCHEZ" userId="S::andres.roques@alumnos.upm.es::ccf8582d-5392-42a6-8236-b1fece234554" providerId="AD" clId="Web-{75CB3EBC-FDC3-4634-967B-12951F0B3F30}" dt="2025-12-14T17:43:57.637" v="721" actId="1076"/>
          <ac:picMkLst>
            <pc:docMk/>
            <pc:sldMk cId="1921190189" sldId="267"/>
            <ac:picMk id="25" creationId="{DCAC9536-F82F-5D39-9A1D-3C9689EFEAF6}"/>
          </ac:picMkLst>
        </pc:picChg>
        <pc:picChg chg="mod">
          <ac:chgData name="ANDRES ROQUES SANCHEZ" userId="S::andres.roques@alumnos.upm.es::ccf8582d-5392-42a6-8236-b1fece234554" providerId="AD" clId="Web-{75CB3EBC-FDC3-4634-967B-12951F0B3F30}" dt="2025-12-14T17:43:57.653" v="722" actId="1076"/>
          <ac:picMkLst>
            <pc:docMk/>
            <pc:sldMk cId="1921190189" sldId="267"/>
            <ac:picMk id="28" creationId="{28B7FA76-0D3B-A981-64F6-CDD9AC6A5BCE}"/>
          </ac:picMkLst>
        </pc:picChg>
        <pc:picChg chg="add mod">
          <ac:chgData name="ANDRES ROQUES SANCHEZ" userId="S::andres.roques@alumnos.upm.es::ccf8582d-5392-42a6-8236-b1fece234554" providerId="AD" clId="Web-{75CB3EBC-FDC3-4634-967B-12951F0B3F30}" dt="2025-12-14T17:35:16.410" v="635" actId="1076"/>
          <ac:picMkLst>
            <pc:docMk/>
            <pc:sldMk cId="1921190189" sldId="267"/>
            <ac:picMk id="32" creationId="{8B2D16E1-A6E3-F8C6-0791-05009EFD0C35}"/>
          </ac:picMkLst>
        </pc:picChg>
        <pc:picChg chg="add mod">
          <ac:chgData name="ANDRES ROQUES SANCHEZ" userId="S::andres.roques@alumnos.upm.es::ccf8582d-5392-42a6-8236-b1fece234554" providerId="AD" clId="Web-{75CB3EBC-FDC3-4634-967B-12951F0B3F30}" dt="2025-12-14T17:35:02.738" v="633" actId="14100"/>
          <ac:picMkLst>
            <pc:docMk/>
            <pc:sldMk cId="1921190189" sldId="267"/>
            <ac:picMk id="33" creationId="{F532F19C-880E-A469-2745-340A171E5303}"/>
          </ac:picMkLst>
        </pc:picChg>
        <pc:picChg chg="add mod">
          <ac:chgData name="ANDRES ROQUES SANCHEZ" userId="S::andres.roques@alumnos.upm.es::ccf8582d-5392-42a6-8236-b1fece234554" providerId="AD" clId="Web-{75CB3EBC-FDC3-4634-967B-12951F0B3F30}" dt="2025-12-14T17:35:36.895" v="655" actId="1076"/>
          <ac:picMkLst>
            <pc:docMk/>
            <pc:sldMk cId="1921190189" sldId="267"/>
            <ac:picMk id="34" creationId="{01488E88-ABD4-6C80-6B5C-A77A6E26B620}"/>
          </ac:picMkLst>
        </pc:picChg>
        <pc:picChg chg="add mod">
          <ac:chgData name="ANDRES ROQUES SANCHEZ" userId="S::andres.roques@alumnos.upm.es::ccf8582d-5392-42a6-8236-b1fece234554" providerId="AD" clId="Web-{75CB3EBC-FDC3-4634-967B-12951F0B3F30}" dt="2025-12-14T17:35:55.333" v="660" actId="1076"/>
          <ac:picMkLst>
            <pc:docMk/>
            <pc:sldMk cId="1921190189" sldId="267"/>
            <ac:picMk id="35" creationId="{8D73E2DA-9961-4ACE-E91C-587E8F6CF4A3}"/>
          </ac:picMkLst>
        </pc:picChg>
        <pc:picChg chg="add del mod">
          <ac:chgData name="ANDRES ROQUES SANCHEZ" userId="S::andres.roques@alumnos.upm.es::ccf8582d-5392-42a6-8236-b1fece234554" providerId="AD" clId="Web-{75CB3EBC-FDC3-4634-967B-12951F0B3F30}" dt="2025-12-14T17:35:59.661" v="662"/>
          <ac:picMkLst>
            <pc:docMk/>
            <pc:sldMk cId="1921190189" sldId="267"/>
            <ac:picMk id="36" creationId="{8C7B2180-E479-B6C4-4EE0-67479D2EFA66}"/>
          </ac:picMkLst>
        </pc:picChg>
        <pc:picChg chg="add mod">
          <ac:chgData name="ANDRES ROQUES SANCHEZ" userId="S::andres.roques@alumnos.upm.es::ccf8582d-5392-42a6-8236-b1fece234554" providerId="AD" clId="Web-{75CB3EBC-FDC3-4634-967B-12951F0B3F30}" dt="2025-12-14T17:36:06.020" v="664" actId="1076"/>
          <ac:picMkLst>
            <pc:docMk/>
            <pc:sldMk cId="1921190189" sldId="267"/>
            <ac:picMk id="37" creationId="{A5890ABE-DA67-36A3-7432-4199844D4EF5}"/>
          </ac:picMkLst>
        </pc:picChg>
        <pc:picChg chg="add mod">
          <ac:chgData name="ANDRES ROQUES SANCHEZ" userId="S::andres.roques@alumnos.upm.es::ccf8582d-5392-42a6-8236-b1fece234554" providerId="AD" clId="Web-{75CB3EBC-FDC3-4634-967B-12951F0B3F30}" dt="2025-12-14T17:36:13.130" v="666" actId="1076"/>
          <ac:picMkLst>
            <pc:docMk/>
            <pc:sldMk cId="1921190189" sldId="267"/>
            <ac:picMk id="38" creationId="{73AF3008-66D8-E76F-8568-9CFEDA5DC95E}"/>
          </ac:picMkLst>
        </pc:picChg>
        <pc:picChg chg="add mod">
          <ac:chgData name="ANDRES ROQUES SANCHEZ" userId="S::andres.roques@alumnos.upm.es::ccf8582d-5392-42a6-8236-b1fece234554" providerId="AD" clId="Web-{75CB3EBC-FDC3-4634-967B-12951F0B3F30}" dt="2025-12-14T17:43:57.653" v="724" actId="1076"/>
          <ac:picMkLst>
            <pc:docMk/>
            <pc:sldMk cId="1921190189" sldId="267"/>
            <ac:picMk id="39" creationId="{AB67986D-4109-1BC0-553D-BA6F8FE4F19F}"/>
          </ac:picMkLst>
        </pc:picChg>
        <pc:picChg chg="add mod">
          <ac:chgData name="ANDRES ROQUES SANCHEZ" userId="S::andres.roques@alumnos.upm.es::ccf8582d-5392-42a6-8236-b1fece234554" providerId="AD" clId="Web-{75CB3EBC-FDC3-4634-967B-12951F0B3F30}" dt="2025-12-14T17:45:52.565" v="790" actId="1076"/>
          <ac:picMkLst>
            <pc:docMk/>
            <pc:sldMk cId="1921190189" sldId="267"/>
            <ac:picMk id="40" creationId="{1C8EBA6C-261E-FFAD-7D5B-ACAAABAC88C0}"/>
          </ac:picMkLst>
        </pc:picChg>
        <pc:picChg chg="add del mod">
          <ac:chgData name="ANDRES ROQUES SANCHEZ" userId="S::andres.roques@alumnos.upm.es::ccf8582d-5392-42a6-8236-b1fece234554" providerId="AD" clId="Web-{75CB3EBC-FDC3-4634-967B-12951F0B3F30}" dt="2025-12-14T17:43:25.244" v="710"/>
          <ac:picMkLst>
            <pc:docMk/>
            <pc:sldMk cId="1921190189" sldId="267"/>
            <ac:picMk id="41" creationId="{7F8FFFBE-4699-EF01-07F0-9F71C93BF126}"/>
          </ac:picMkLst>
        </pc:picChg>
        <pc:picChg chg="add mod">
          <ac:chgData name="ANDRES ROQUES SANCHEZ" userId="S::andres.roques@alumnos.upm.es::ccf8582d-5392-42a6-8236-b1fece234554" providerId="AD" clId="Web-{75CB3EBC-FDC3-4634-967B-12951F0B3F30}" dt="2025-12-14T17:43:59.278" v="725" actId="1076"/>
          <ac:picMkLst>
            <pc:docMk/>
            <pc:sldMk cId="1921190189" sldId="267"/>
            <ac:picMk id="42" creationId="{9E03097C-1102-1810-5882-0DC2A5CAF3AA}"/>
          </ac:picMkLst>
        </pc:picChg>
        <pc:picChg chg="add mod">
          <ac:chgData name="ANDRES ROQUES SANCHEZ" userId="S::andres.roques@alumnos.upm.es::ccf8582d-5392-42a6-8236-b1fece234554" providerId="AD" clId="Web-{75CB3EBC-FDC3-4634-967B-12951F0B3F30}" dt="2025-12-14T17:44:13.216" v="728" actId="1076"/>
          <ac:picMkLst>
            <pc:docMk/>
            <pc:sldMk cId="1921190189" sldId="267"/>
            <ac:picMk id="43" creationId="{A64F2498-0433-544A-6471-A2B957CC7CC4}"/>
          </ac:picMkLst>
        </pc:picChg>
      </pc:sldChg>
      <pc:sldChg chg="addSp delSp modSp add replId">
        <pc:chgData name="ANDRES ROQUES SANCHEZ" userId="S::andres.roques@alumnos.upm.es::ccf8582d-5392-42a6-8236-b1fece234554" providerId="AD" clId="Web-{75CB3EBC-FDC3-4634-967B-12951F0B3F30}" dt="2025-12-14T18:13:52.605" v="884"/>
        <pc:sldMkLst>
          <pc:docMk/>
          <pc:sldMk cId="1259871071" sldId="268"/>
        </pc:sldMkLst>
        <pc:spChg chg="mod">
          <ac:chgData name="ANDRES ROQUES SANCHEZ" userId="S::andres.roques@alumnos.upm.es::ccf8582d-5392-42a6-8236-b1fece234554" providerId="AD" clId="Web-{75CB3EBC-FDC3-4634-967B-12951F0B3F30}" dt="2025-12-14T17:31:56.874" v="615" actId="20577"/>
          <ac:spMkLst>
            <pc:docMk/>
            <pc:sldMk cId="1259871071" sldId="268"/>
            <ac:spMk id="2" creationId="{00905E9E-94E4-8E80-3085-99184744BD14}"/>
          </ac:spMkLst>
        </pc:spChg>
        <pc:spChg chg="del">
          <ac:chgData name="ANDRES ROQUES SANCHEZ" userId="S::andres.roques@alumnos.upm.es::ccf8582d-5392-42a6-8236-b1fece234554" providerId="AD" clId="Web-{75CB3EBC-FDC3-4634-967B-12951F0B3F30}" dt="2025-12-14T18:08:58.850" v="870"/>
          <ac:spMkLst>
            <pc:docMk/>
            <pc:sldMk cId="1259871071" sldId="268"/>
            <ac:spMk id="8" creationId="{C0CA5C1A-F66E-2D32-27F9-B1296E530FFA}"/>
          </ac:spMkLst>
        </pc:spChg>
        <pc:spChg chg="del">
          <ac:chgData name="ANDRES ROQUES SANCHEZ" userId="S::andres.roques@alumnos.upm.es::ccf8582d-5392-42a6-8236-b1fece234554" providerId="AD" clId="Web-{75CB3EBC-FDC3-4634-967B-12951F0B3F30}" dt="2025-12-14T18:09:00.413" v="871"/>
          <ac:spMkLst>
            <pc:docMk/>
            <pc:sldMk cId="1259871071" sldId="268"/>
            <ac:spMk id="10" creationId="{32DB31BF-3F70-3209-99BF-3BBAC641B9EC}"/>
          </ac:spMkLst>
        </pc:spChg>
        <pc:spChg chg="del mod">
          <ac:chgData name="ANDRES ROQUES SANCHEZ" userId="S::andres.roques@alumnos.upm.es::ccf8582d-5392-42a6-8236-b1fece234554" providerId="AD" clId="Web-{75CB3EBC-FDC3-4634-967B-12951F0B3F30}" dt="2025-12-14T17:32:45.110" v="619"/>
          <ac:spMkLst>
            <pc:docMk/>
            <pc:sldMk cId="1259871071" sldId="268"/>
            <ac:spMk id="27" creationId="{A142DA9A-94D8-9EAA-2F6F-CF3415EB5210}"/>
          </ac:spMkLst>
        </pc:spChg>
        <pc:spChg chg="del">
          <ac:chgData name="ANDRES ROQUES SANCHEZ" userId="S::andres.roques@alumnos.upm.es::ccf8582d-5392-42a6-8236-b1fece234554" providerId="AD" clId="Web-{75CB3EBC-FDC3-4634-967B-12951F0B3F30}" dt="2025-12-14T17:32:42.016" v="617"/>
          <ac:spMkLst>
            <pc:docMk/>
            <pc:sldMk cId="1259871071" sldId="268"/>
            <ac:spMk id="30" creationId="{BFD47797-4482-9478-E6AD-610475AE0CEF}"/>
          </ac:spMkLst>
        </pc:spChg>
        <pc:spChg chg="del">
          <ac:chgData name="ANDRES ROQUES SANCHEZ" userId="S::andres.roques@alumnos.upm.es::ccf8582d-5392-42a6-8236-b1fece234554" providerId="AD" clId="Web-{75CB3EBC-FDC3-4634-967B-12951F0B3F30}" dt="2025-12-14T18:09:05.819" v="873"/>
          <ac:spMkLst>
            <pc:docMk/>
            <pc:sldMk cId="1259871071" sldId="268"/>
            <ac:spMk id="31" creationId="{C2023A63-E2CC-45DC-8511-DBA284AA3A7A}"/>
          </ac:spMkLst>
        </pc:spChg>
        <pc:picChg chg="del">
          <ac:chgData name="ANDRES ROQUES SANCHEZ" userId="S::andres.roques@alumnos.upm.es::ccf8582d-5392-42a6-8236-b1fece234554" providerId="AD" clId="Web-{75CB3EBC-FDC3-4634-967B-12951F0B3F30}" dt="2025-12-14T18:08:47.444" v="868"/>
          <ac:picMkLst>
            <pc:docMk/>
            <pc:sldMk cId="1259871071" sldId="268"/>
            <ac:picMk id="3" creationId="{9EE27D27-99E8-FFA3-E8F2-B0986B673D0E}"/>
          </ac:picMkLst>
        </pc:picChg>
        <pc:picChg chg="add del mod modCrop">
          <ac:chgData name="ANDRES ROQUES SANCHEZ" userId="S::andres.roques@alumnos.upm.es::ccf8582d-5392-42a6-8236-b1fece234554" providerId="AD" clId="Web-{75CB3EBC-FDC3-4634-967B-12951F0B3F30}" dt="2025-12-14T18:09:02.304" v="872"/>
          <ac:picMkLst>
            <pc:docMk/>
            <pc:sldMk cId="1259871071" sldId="268"/>
            <ac:picMk id="4" creationId="{22ACFBF2-0056-E3F4-A24D-DC5543726D7C}"/>
          </ac:picMkLst>
        </pc:picChg>
        <pc:picChg chg="del">
          <ac:chgData name="ANDRES ROQUES SANCHEZ" userId="S::andres.roques@alumnos.upm.es::ccf8582d-5392-42a6-8236-b1fece234554" providerId="AD" clId="Web-{75CB3EBC-FDC3-4634-967B-12951F0B3F30}" dt="2025-12-14T17:32:40.157" v="616"/>
          <ac:picMkLst>
            <pc:docMk/>
            <pc:sldMk cId="1259871071" sldId="268"/>
            <ac:picMk id="6" creationId="{17F07FD8-3D32-6CD2-E2EC-8BA5453C8F53}"/>
          </ac:picMkLst>
        </pc:picChg>
        <pc:picChg chg="add del mod">
          <ac:chgData name="ANDRES ROQUES SANCHEZ" userId="S::andres.roques@alumnos.upm.es::ccf8582d-5392-42a6-8236-b1fece234554" providerId="AD" clId="Web-{75CB3EBC-FDC3-4634-967B-12951F0B3F30}" dt="2025-12-14T18:13:52.605" v="884"/>
          <ac:picMkLst>
            <pc:docMk/>
            <pc:sldMk cId="1259871071" sldId="268"/>
            <ac:picMk id="7" creationId="{C3BAC523-CD00-7754-1E39-334D25D9CBC0}"/>
          </ac:picMkLst>
        </pc:picChg>
        <pc:picChg chg="del">
          <ac:chgData name="ANDRES ROQUES SANCHEZ" userId="S::andres.roques@alumnos.upm.es::ccf8582d-5392-42a6-8236-b1fece234554" providerId="AD" clId="Web-{75CB3EBC-FDC3-4634-967B-12951F0B3F30}" dt="2025-12-14T18:09:05.835" v="881"/>
          <ac:picMkLst>
            <pc:docMk/>
            <pc:sldMk cId="1259871071" sldId="268"/>
            <ac:picMk id="11" creationId="{1F1F7E5C-6377-CDDE-B4C6-82B3E1BBE1DD}"/>
          </ac:picMkLst>
        </pc:picChg>
        <pc:picChg chg="del">
          <ac:chgData name="ANDRES ROQUES SANCHEZ" userId="S::andres.roques@alumnos.upm.es::ccf8582d-5392-42a6-8236-b1fece234554" providerId="AD" clId="Web-{75CB3EBC-FDC3-4634-967B-12951F0B3F30}" dt="2025-12-14T18:09:05.819" v="880"/>
          <ac:picMkLst>
            <pc:docMk/>
            <pc:sldMk cId="1259871071" sldId="268"/>
            <ac:picMk id="14" creationId="{4F1D56AB-C9D6-4044-0E14-59E0ED2C10B2}"/>
          </ac:picMkLst>
        </pc:picChg>
        <pc:picChg chg="del">
          <ac:chgData name="ANDRES ROQUES SANCHEZ" userId="S::andres.roques@alumnos.upm.es::ccf8582d-5392-42a6-8236-b1fece234554" providerId="AD" clId="Web-{75CB3EBC-FDC3-4634-967B-12951F0B3F30}" dt="2025-12-14T18:09:05.819" v="879"/>
          <ac:picMkLst>
            <pc:docMk/>
            <pc:sldMk cId="1259871071" sldId="268"/>
            <ac:picMk id="17" creationId="{8C7D5DB1-E1E1-2E2C-FF46-195EF88EB3E1}"/>
          </ac:picMkLst>
        </pc:picChg>
        <pc:picChg chg="del">
          <ac:chgData name="ANDRES ROQUES SANCHEZ" userId="S::andres.roques@alumnos.upm.es::ccf8582d-5392-42a6-8236-b1fece234554" providerId="AD" clId="Web-{75CB3EBC-FDC3-4634-967B-12951F0B3F30}" dt="2025-12-14T18:09:05.819" v="878"/>
          <ac:picMkLst>
            <pc:docMk/>
            <pc:sldMk cId="1259871071" sldId="268"/>
            <ac:picMk id="19" creationId="{0E196647-B368-2E16-7100-C60518C75D47}"/>
          </ac:picMkLst>
        </pc:picChg>
        <pc:picChg chg="del">
          <ac:chgData name="ANDRES ROQUES SANCHEZ" userId="S::andres.roques@alumnos.upm.es::ccf8582d-5392-42a6-8236-b1fece234554" providerId="AD" clId="Web-{75CB3EBC-FDC3-4634-967B-12951F0B3F30}" dt="2025-12-14T18:09:05.819" v="877"/>
          <ac:picMkLst>
            <pc:docMk/>
            <pc:sldMk cId="1259871071" sldId="268"/>
            <ac:picMk id="21" creationId="{9885B187-ADB8-7AFB-EE5F-DF9A3B66DF1E}"/>
          </ac:picMkLst>
        </pc:picChg>
        <pc:picChg chg="del">
          <ac:chgData name="ANDRES ROQUES SANCHEZ" userId="S::andres.roques@alumnos.upm.es::ccf8582d-5392-42a6-8236-b1fece234554" providerId="AD" clId="Web-{75CB3EBC-FDC3-4634-967B-12951F0B3F30}" dt="2025-12-14T18:09:05.819" v="876"/>
          <ac:picMkLst>
            <pc:docMk/>
            <pc:sldMk cId="1259871071" sldId="268"/>
            <ac:picMk id="23" creationId="{636CB864-83A4-621C-1288-82C8B5556278}"/>
          </ac:picMkLst>
        </pc:picChg>
        <pc:picChg chg="del">
          <ac:chgData name="ANDRES ROQUES SANCHEZ" userId="S::andres.roques@alumnos.upm.es::ccf8582d-5392-42a6-8236-b1fece234554" providerId="AD" clId="Web-{75CB3EBC-FDC3-4634-967B-12951F0B3F30}" dt="2025-12-14T18:09:05.819" v="875"/>
          <ac:picMkLst>
            <pc:docMk/>
            <pc:sldMk cId="1259871071" sldId="268"/>
            <ac:picMk id="25" creationId="{BCA4302B-C4AE-3BDA-A795-F45E4B7B79B3}"/>
          </ac:picMkLst>
        </pc:picChg>
        <pc:picChg chg="del">
          <ac:chgData name="ANDRES ROQUES SANCHEZ" userId="S::andres.roques@alumnos.upm.es::ccf8582d-5392-42a6-8236-b1fece234554" providerId="AD" clId="Web-{75CB3EBC-FDC3-4634-967B-12951F0B3F30}" dt="2025-12-14T18:09:05.819" v="874"/>
          <ac:picMkLst>
            <pc:docMk/>
            <pc:sldMk cId="1259871071" sldId="268"/>
            <ac:picMk id="28" creationId="{4045610E-CB67-84C3-9A6C-FC887CC49F23}"/>
          </ac:picMkLst>
        </pc:picChg>
        <pc:picChg chg="del">
          <ac:chgData name="ANDRES ROQUES SANCHEZ" userId="S::andres.roques@alumnos.upm.es::ccf8582d-5392-42a6-8236-b1fece234554" providerId="AD" clId="Web-{75CB3EBC-FDC3-4634-967B-12951F0B3F30}" dt="2025-12-14T17:33:09.282" v="625"/>
          <ac:picMkLst>
            <pc:docMk/>
            <pc:sldMk cId="1259871071" sldId="268"/>
            <ac:picMk id="32" creationId="{CD990730-5262-C1DF-2855-1A92C3B9C1BC}"/>
          </ac:picMkLst>
        </pc:picChg>
        <pc:picChg chg="del">
          <ac:chgData name="ANDRES ROQUES SANCHEZ" userId="S::andres.roques@alumnos.upm.es::ccf8582d-5392-42a6-8236-b1fece234554" providerId="AD" clId="Web-{75CB3EBC-FDC3-4634-967B-12951F0B3F30}" dt="2025-12-14T17:33:11.267" v="626"/>
          <ac:picMkLst>
            <pc:docMk/>
            <pc:sldMk cId="1259871071" sldId="268"/>
            <ac:picMk id="33" creationId="{3F675A5D-7B7F-BDE8-A0C8-F4FD4693FB13}"/>
          </ac:picMkLst>
        </pc:picChg>
      </pc:sldChg>
      <pc:sldMasterChg chg="del delSldLayout">
        <pc:chgData name="ANDRES ROQUES SANCHEZ" userId="S::andres.roques@alumnos.upm.es::ccf8582d-5392-42a6-8236-b1fece234554" providerId="AD" clId="Web-{75CB3EBC-FDC3-4634-967B-12951F0B3F30}" dt="2025-12-14T16:11:28.187" v="4"/>
        <pc:sldMasterMkLst>
          <pc:docMk/>
          <pc:sldMasterMk cId="2933118997" sldId="2147483648"/>
        </pc:sldMasterMkLst>
        <pc:sldLayoutChg chg="del">
          <pc:chgData name="ANDRES ROQUES SANCHEZ" userId="S::andres.roques@alumnos.upm.es::ccf8582d-5392-42a6-8236-b1fece234554" providerId="AD" clId="Web-{75CB3EBC-FDC3-4634-967B-12951F0B3F30}" dt="2025-12-14T16:11:28.187" v="4"/>
          <pc:sldLayoutMkLst>
            <pc:docMk/>
            <pc:sldMasterMk cId="2933118997" sldId="2147483648"/>
            <pc:sldLayoutMk cId="2288191458" sldId="2147483649"/>
          </pc:sldLayoutMkLst>
        </pc:sldLayoutChg>
        <pc:sldLayoutChg chg="del">
          <pc:chgData name="ANDRES ROQUES SANCHEZ" userId="S::andres.roques@alumnos.upm.es::ccf8582d-5392-42a6-8236-b1fece234554" providerId="AD" clId="Web-{75CB3EBC-FDC3-4634-967B-12951F0B3F30}" dt="2025-12-14T16:11:28.187" v="4"/>
          <pc:sldLayoutMkLst>
            <pc:docMk/>
            <pc:sldMasterMk cId="2933118997" sldId="2147483648"/>
            <pc:sldLayoutMk cId="3398174421" sldId="2147483650"/>
          </pc:sldLayoutMkLst>
        </pc:sldLayoutChg>
        <pc:sldLayoutChg chg="del">
          <pc:chgData name="ANDRES ROQUES SANCHEZ" userId="S::andres.roques@alumnos.upm.es::ccf8582d-5392-42a6-8236-b1fece234554" providerId="AD" clId="Web-{75CB3EBC-FDC3-4634-967B-12951F0B3F30}" dt="2025-12-14T16:11:28.187" v="4"/>
          <pc:sldLayoutMkLst>
            <pc:docMk/>
            <pc:sldMasterMk cId="2933118997" sldId="2147483648"/>
            <pc:sldLayoutMk cId="2339700568" sldId="2147483651"/>
          </pc:sldLayoutMkLst>
        </pc:sldLayoutChg>
        <pc:sldLayoutChg chg="del">
          <pc:chgData name="ANDRES ROQUES SANCHEZ" userId="S::andres.roques@alumnos.upm.es::ccf8582d-5392-42a6-8236-b1fece234554" providerId="AD" clId="Web-{75CB3EBC-FDC3-4634-967B-12951F0B3F30}" dt="2025-12-14T16:11:28.187" v="4"/>
          <pc:sldLayoutMkLst>
            <pc:docMk/>
            <pc:sldMasterMk cId="2933118997" sldId="2147483648"/>
            <pc:sldLayoutMk cId="979029867" sldId="2147483652"/>
          </pc:sldLayoutMkLst>
        </pc:sldLayoutChg>
        <pc:sldLayoutChg chg="del">
          <pc:chgData name="ANDRES ROQUES SANCHEZ" userId="S::andres.roques@alumnos.upm.es::ccf8582d-5392-42a6-8236-b1fece234554" providerId="AD" clId="Web-{75CB3EBC-FDC3-4634-967B-12951F0B3F30}" dt="2025-12-14T16:11:28.187" v="4"/>
          <pc:sldLayoutMkLst>
            <pc:docMk/>
            <pc:sldMasterMk cId="2933118997" sldId="2147483648"/>
            <pc:sldLayoutMk cId="1752394269" sldId="2147483653"/>
          </pc:sldLayoutMkLst>
        </pc:sldLayoutChg>
        <pc:sldLayoutChg chg="del">
          <pc:chgData name="ANDRES ROQUES SANCHEZ" userId="S::andres.roques@alumnos.upm.es::ccf8582d-5392-42a6-8236-b1fece234554" providerId="AD" clId="Web-{75CB3EBC-FDC3-4634-967B-12951F0B3F30}" dt="2025-12-14T16:11:28.187" v="4"/>
          <pc:sldLayoutMkLst>
            <pc:docMk/>
            <pc:sldMasterMk cId="2933118997" sldId="2147483648"/>
            <pc:sldLayoutMk cId="3630658609" sldId="2147483654"/>
          </pc:sldLayoutMkLst>
        </pc:sldLayoutChg>
        <pc:sldLayoutChg chg="del">
          <pc:chgData name="ANDRES ROQUES SANCHEZ" userId="S::andres.roques@alumnos.upm.es::ccf8582d-5392-42a6-8236-b1fece234554" providerId="AD" clId="Web-{75CB3EBC-FDC3-4634-967B-12951F0B3F30}" dt="2025-12-14T16:11:28.187" v="4"/>
          <pc:sldLayoutMkLst>
            <pc:docMk/>
            <pc:sldMasterMk cId="2933118997" sldId="2147483648"/>
            <pc:sldLayoutMk cId="3682375612" sldId="2147483655"/>
          </pc:sldLayoutMkLst>
        </pc:sldLayoutChg>
        <pc:sldLayoutChg chg="del">
          <pc:chgData name="ANDRES ROQUES SANCHEZ" userId="S::andres.roques@alumnos.upm.es::ccf8582d-5392-42a6-8236-b1fece234554" providerId="AD" clId="Web-{75CB3EBC-FDC3-4634-967B-12951F0B3F30}" dt="2025-12-14T16:11:28.187" v="4"/>
          <pc:sldLayoutMkLst>
            <pc:docMk/>
            <pc:sldMasterMk cId="2933118997" sldId="2147483648"/>
            <pc:sldLayoutMk cId="1360449816" sldId="2147483656"/>
          </pc:sldLayoutMkLst>
        </pc:sldLayoutChg>
        <pc:sldLayoutChg chg="del">
          <pc:chgData name="ANDRES ROQUES SANCHEZ" userId="S::andres.roques@alumnos.upm.es::ccf8582d-5392-42a6-8236-b1fece234554" providerId="AD" clId="Web-{75CB3EBC-FDC3-4634-967B-12951F0B3F30}" dt="2025-12-14T16:11:28.187" v="4"/>
          <pc:sldLayoutMkLst>
            <pc:docMk/>
            <pc:sldMasterMk cId="2933118997" sldId="2147483648"/>
            <pc:sldLayoutMk cId="383603595" sldId="2147483657"/>
          </pc:sldLayoutMkLst>
        </pc:sldLayoutChg>
        <pc:sldLayoutChg chg="del">
          <pc:chgData name="ANDRES ROQUES SANCHEZ" userId="S::andres.roques@alumnos.upm.es::ccf8582d-5392-42a6-8236-b1fece234554" providerId="AD" clId="Web-{75CB3EBC-FDC3-4634-967B-12951F0B3F30}" dt="2025-12-14T16:11:28.187" v="4"/>
          <pc:sldLayoutMkLst>
            <pc:docMk/>
            <pc:sldMasterMk cId="2933118997" sldId="2147483648"/>
            <pc:sldLayoutMk cId="541863252" sldId="2147483658"/>
          </pc:sldLayoutMkLst>
        </pc:sldLayoutChg>
        <pc:sldLayoutChg chg="del">
          <pc:chgData name="ANDRES ROQUES SANCHEZ" userId="S::andres.roques@alumnos.upm.es::ccf8582d-5392-42a6-8236-b1fece234554" providerId="AD" clId="Web-{75CB3EBC-FDC3-4634-967B-12951F0B3F30}" dt="2025-12-14T16:11:28.187" v="4"/>
          <pc:sldLayoutMkLst>
            <pc:docMk/>
            <pc:sldMasterMk cId="2933118997" sldId="2147483648"/>
            <pc:sldLayoutMk cId="2215096201" sldId="2147483659"/>
          </pc:sldLayoutMkLst>
        </pc:sldLayoutChg>
      </pc:sldMasterChg>
      <pc:sldMasterChg chg="add addSldLayout">
        <pc:chgData name="ANDRES ROQUES SANCHEZ" userId="S::andres.roques@alumnos.upm.es::ccf8582d-5392-42a6-8236-b1fece234554" providerId="AD" clId="Web-{75CB3EBC-FDC3-4634-967B-12951F0B3F30}" dt="2025-12-14T16:11:28.187" v="4"/>
        <pc:sldMasterMkLst>
          <pc:docMk/>
          <pc:sldMasterMk cId="662970054" sldId="2147483683"/>
        </pc:sldMasterMkLst>
        <pc:sldLayoutChg chg="add">
          <pc:chgData name="ANDRES ROQUES SANCHEZ" userId="S::andres.roques@alumnos.upm.es::ccf8582d-5392-42a6-8236-b1fece234554" providerId="AD" clId="Web-{75CB3EBC-FDC3-4634-967B-12951F0B3F30}" dt="2025-12-14T16:11:28.187" v="4"/>
          <pc:sldLayoutMkLst>
            <pc:docMk/>
            <pc:sldMasterMk cId="662970054" sldId="2147483683"/>
            <pc:sldLayoutMk cId="4046177597" sldId="2147483672"/>
          </pc:sldLayoutMkLst>
        </pc:sldLayoutChg>
        <pc:sldLayoutChg chg="add">
          <pc:chgData name="ANDRES ROQUES SANCHEZ" userId="S::andres.roques@alumnos.upm.es::ccf8582d-5392-42a6-8236-b1fece234554" providerId="AD" clId="Web-{75CB3EBC-FDC3-4634-967B-12951F0B3F30}" dt="2025-12-14T16:11:28.187" v="4"/>
          <pc:sldLayoutMkLst>
            <pc:docMk/>
            <pc:sldMasterMk cId="662970054" sldId="2147483683"/>
            <pc:sldLayoutMk cId="1830915696" sldId="2147483673"/>
          </pc:sldLayoutMkLst>
        </pc:sldLayoutChg>
        <pc:sldLayoutChg chg="add">
          <pc:chgData name="ANDRES ROQUES SANCHEZ" userId="S::andres.roques@alumnos.upm.es::ccf8582d-5392-42a6-8236-b1fece234554" providerId="AD" clId="Web-{75CB3EBC-FDC3-4634-967B-12951F0B3F30}" dt="2025-12-14T16:11:28.187" v="4"/>
          <pc:sldLayoutMkLst>
            <pc:docMk/>
            <pc:sldMasterMk cId="662970054" sldId="2147483683"/>
            <pc:sldLayoutMk cId="2926410404" sldId="2147483674"/>
          </pc:sldLayoutMkLst>
        </pc:sldLayoutChg>
        <pc:sldLayoutChg chg="add">
          <pc:chgData name="ANDRES ROQUES SANCHEZ" userId="S::andres.roques@alumnos.upm.es::ccf8582d-5392-42a6-8236-b1fece234554" providerId="AD" clId="Web-{75CB3EBC-FDC3-4634-967B-12951F0B3F30}" dt="2025-12-14T16:11:28.187" v="4"/>
          <pc:sldLayoutMkLst>
            <pc:docMk/>
            <pc:sldMasterMk cId="662970054" sldId="2147483683"/>
            <pc:sldLayoutMk cId="2536452967" sldId="2147483675"/>
          </pc:sldLayoutMkLst>
        </pc:sldLayoutChg>
        <pc:sldLayoutChg chg="add">
          <pc:chgData name="ANDRES ROQUES SANCHEZ" userId="S::andres.roques@alumnos.upm.es::ccf8582d-5392-42a6-8236-b1fece234554" providerId="AD" clId="Web-{75CB3EBC-FDC3-4634-967B-12951F0B3F30}" dt="2025-12-14T16:11:28.187" v="4"/>
          <pc:sldLayoutMkLst>
            <pc:docMk/>
            <pc:sldMasterMk cId="662970054" sldId="2147483683"/>
            <pc:sldLayoutMk cId="972745164" sldId="2147483676"/>
          </pc:sldLayoutMkLst>
        </pc:sldLayoutChg>
        <pc:sldLayoutChg chg="add">
          <pc:chgData name="ANDRES ROQUES SANCHEZ" userId="S::andres.roques@alumnos.upm.es::ccf8582d-5392-42a6-8236-b1fece234554" providerId="AD" clId="Web-{75CB3EBC-FDC3-4634-967B-12951F0B3F30}" dt="2025-12-14T16:11:28.187" v="4"/>
          <pc:sldLayoutMkLst>
            <pc:docMk/>
            <pc:sldMasterMk cId="662970054" sldId="2147483683"/>
            <pc:sldLayoutMk cId="3771002121" sldId="2147483677"/>
          </pc:sldLayoutMkLst>
        </pc:sldLayoutChg>
        <pc:sldLayoutChg chg="add">
          <pc:chgData name="ANDRES ROQUES SANCHEZ" userId="S::andres.roques@alumnos.upm.es::ccf8582d-5392-42a6-8236-b1fece234554" providerId="AD" clId="Web-{75CB3EBC-FDC3-4634-967B-12951F0B3F30}" dt="2025-12-14T16:11:28.187" v="4"/>
          <pc:sldLayoutMkLst>
            <pc:docMk/>
            <pc:sldMasterMk cId="662970054" sldId="2147483683"/>
            <pc:sldLayoutMk cId="2671738615" sldId="2147483678"/>
          </pc:sldLayoutMkLst>
        </pc:sldLayoutChg>
        <pc:sldLayoutChg chg="add">
          <pc:chgData name="ANDRES ROQUES SANCHEZ" userId="S::andres.roques@alumnos.upm.es::ccf8582d-5392-42a6-8236-b1fece234554" providerId="AD" clId="Web-{75CB3EBC-FDC3-4634-967B-12951F0B3F30}" dt="2025-12-14T16:11:28.187" v="4"/>
          <pc:sldLayoutMkLst>
            <pc:docMk/>
            <pc:sldMasterMk cId="662970054" sldId="2147483683"/>
            <pc:sldLayoutMk cId="3279590036" sldId="2147483679"/>
          </pc:sldLayoutMkLst>
        </pc:sldLayoutChg>
        <pc:sldLayoutChg chg="add">
          <pc:chgData name="ANDRES ROQUES SANCHEZ" userId="S::andres.roques@alumnos.upm.es::ccf8582d-5392-42a6-8236-b1fece234554" providerId="AD" clId="Web-{75CB3EBC-FDC3-4634-967B-12951F0B3F30}" dt="2025-12-14T16:11:28.187" v="4"/>
          <pc:sldLayoutMkLst>
            <pc:docMk/>
            <pc:sldMasterMk cId="662970054" sldId="2147483683"/>
            <pc:sldLayoutMk cId="2014281346" sldId="2147483680"/>
          </pc:sldLayoutMkLst>
        </pc:sldLayoutChg>
        <pc:sldLayoutChg chg="add">
          <pc:chgData name="ANDRES ROQUES SANCHEZ" userId="S::andres.roques@alumnos.upm.es::ccf8582d-5392-42a6-8236-b1fece234554" providerId="AD" clId="Web-{75CB3EBC-FDC3-4634-967B-12951F0B3F30}" dt="2025-12-14T16:11:28.187" v="4"/>
          <pc:sldLayoutMkLst>
            <pc:docMk/>
            <pc:sldMasterMk cId="662970054" sldId="2147483683"/>
            <pc:sldLayoutMk cId="2645669950" sldId="2147483681"/>
          </pc:sldLayoutMkLst>
        </pc:sldLayoutChg>
        <pc:sldLayoutChg chg="add">
          <pc:chgData name="ANDRES ROQUES SANCHEZ" userId="S::andres.roques@alumnos.upm.es::ccf8582d-5392-42a6-8236-b1fece234554" providerId="AD" clId="Web-{75CB3EBC-FDC3-4634-967B-12951F0B3F30}" dt="2025-12-14T16:11:28.187" v="4"/>
          <pc:sldLayoutMkLst>
            <pc:docMk/>
            <pc:sldMasterMk cId="662970054" sldId="2147483683"/>
            <pc:sldLayoutMk cId="3613277931" sldId="2147483682"/>
          </pc:sldLayoutMkLst>
        </pc:sldLayoutChg>
      </pc:sldMasterChg>
    </pc:docChg>
  </pc:docChgLst>
  <pc:docChgLst>
    <pc:chgData name="ANDRES ROQUES SANCHEZ" userId="ccf8582d-5392-42a6-8236-b1fece234554" providerId="ADAL" clId="{AA238DCD-200E-4353-ACFC-FFF94EB236E8}"/>
    <pc:docChg chg="undo custSel addSld delSld modSld sldOrd">
      <pc:chgData name="ANDRES ROQUES SANCHEZ" userId="ccf8582d-5392-42a6-8236-b1fece234554" providerId="ADAL" clId="{AA238DCD-200E-4353-ACFC-FFF94EB236E8}" dt="2025-12-15T22:49:47.184" v="2881"/>
      <pc:docMkLst>
        <pc:docMk/>
      </pc:docMkLst>
      <pc:sldChg chg="addAnim delAnim">
        <pc:chgData name="ANDRES ROQUES SANCHEZ" userId="ccf8582d-5392-42a6-8236-b1fece234554" providerId="ADAL" clId="{AA238DCD-200E-4353-ACFC-FFF94EB236E8}" dt="2025-12-15T22:45:59.659" v="2871"/>
        <pc:sldMkLst>
          <pc:docMk/>
          <pc:sldMk cId="2234689621" sldId="257"/>
        </pc:sldMkLst>
      </pc:sldChg>
      <pc:sldChg chg="del">
        <pc:chgData name="ANDRES ROQUES SANCHEZ" userId="ccf8582d-5392-42a6-8236-b1fece234554" providerId="ADAL" clId="{AA238DCD-200E-4353-ACFC-FFF94EB236E8}" dt="2025-12-14T18:15:25.746" v="3" actId="47"/>
        <pc:sldMkLst>
          <pc:docMk/>
          <pc:sldMk cId="1321584021" sldId="259"/>
        </pc:sldMkLst>
      </pc:sldChg>
      <pc:sldChg chg="del">
        <pc:chgData name="ANDRES ROQUES SANCHEZ" userId="ccf8582d-5392-42a6-8236-b1fece234554" providerId="ADAL" clId="{AA238DCD-200E-4353-ACFC-FFF94EB236E8}" dt="2025-12-14T18:15:24.469" v="2" actId="47"/>
        <pc:sldMkLst>
          <pc:docMk/>
          <pc:sldMk cId="3688559532" sldId="260"/>
        </pc:sldMkLst>
      </pc:sldChg>
      <pc:sldChg chg="del">
        <pc:chgData name="ANDRES ROQUES SANCHEZ" userId="ccf8582d-5392-42a6-8236-b1fece234554" providerId="ADAL" clId="{AA238DCD-200E-4353-ACFC-FFF94EB236E8}" dt="2025-12-14T18:15:21.639" v="1" actId="47"/>
        <pc:sldMkLst>
          <pc:docMk/>
          <pc:sldMk cId="553941021" sldId="261"/>
        </pc:sldMkLst>
      </pc:sldChg>
      <pc:sldChg chg="del">
        <pc:chgData name="ANDRES ROQUES SANCHEZ" userId="ccf8582d-5392-42a6-8236-b1fece234554" providerId="ADAL" clId="{AA238DCD-200E-4353-ACFC-FFF94EB236E8}" dt="2025-12-14T18:15:20.134" v="0" actId="47"/>
        <pc:sldMkLst>
          <pc:docMk/>
          <pc:sldMk cId="841762869" sldId="262"/>
        </pc:sldMkLst>
      </pc:sldChg>
      <pc:sldChg chg="addSp delSp modSp mod addAnim delAnim modAnim">
        <pc:chgData name="ANDRES ROQUES SANCHEZ" userId="ccf8582d-5392-42a6-8236-b1fece234554" providerId="ADAL" clId="{AA238DCD-200E-4353-ACFC-FFF94EB236E8}" dt="2025-12-15T22:49:47.184" v="2881"/>
        <pc:sldMkLst>
          <pc:docMk/>
          <pc:sldMk cId="318942715" sldId="263"/>
        </pc:sldMkLst>
        <pc:spChg chg="mod">
          <ac:chgData name="ANDRES ROQUES SANCHEZ" userId="ccf8582d-5392-42a6-8236-b1fece234554" providerId="ADAL" clId="{AA238DCD-200E-4353-ACFC-FFF94EB236E8}" dt="2025-12-15T20:30:55.064" v="1824" actId="20577"/>
          <ac:spMkLst>
            <pc:docMk/>
            <pc:sldMk cId="318942715" sldId="263"/>
            <ac:spMk id="3" creationId="{2E46A5A1-B353-43A0-1CD2-AB43B9FCCC20}"/>
          </ac:spMkLst>
        </pc:spChg>
        <pc:spChg chg="add mod">
          <ac:chgData name="ANDRES ROQUES SANCHEZ" userId="ccf8582d-5392-42a6-8236-b1fece234554" providerId="ADAL" clId="{AA238DCD-200E-4353-ACFC-FFF94EB236E8}" dt="2025-12-15T20:29:34.224" v="1734" actId="1036"/>
          <ac:spMkLst>
            <pc:docMk/>
            <pc:sldMk cId="318942715" sldId="263"/>
            <ac:spMk id="4" creationId="{E8A76F88-209D-E64C-557E-723B17084578}"/>
          </ac:spMkLst>
        </pc:spChg>
        <pc:spChg chg="add del mod">
          <ac:chgData name="ANDRES ROQUES SANCHEZ" userId="ccf8582d-5392-42a6-8236-b1fece234554" providerId="ADAL" clId="{AA238DCD-200E-4353-ACFC-FFF94EB236E8}" dt="2025-12-15T20:26:44.791" v="1425" actId="478"/>
          <ac:spMkLst>
            <pc:docMk/>
            <pc:sldMk cId="318942715" sldId="263"/>
            <ac:spMk id="6" creationId="{3F46FE44-8A42-51D9-9117-84B60926FCEE}"/>
          </ac:spMkLst>
        </pc:spChg>
        <pc:spChg chg="add mod">
          <ac:chgData name="ANDRES ROQUES SANCHEZ" userId="ccf8582d-5392-42a6-8236-b1fece234554" providerId="ADAL" clId="{AA238DCD-200E-4353-ACFC-FFF94EB236E8}" dt="2025-12-15T20:29:34.224" v="1734" actId="1036"/>
          <ac:spMkLst>
            <pc:docMk/>
            <pc:sldMk cId="318942715" sldId="263"/>
            <ac:spMk id="7" creationId="{4E809462-6DAF-0A74-2D99-527746F3B701}"/>
          </ac:spMkLst>
        </pc:spChg>
        <pc:spChg chg="add mod">
          <ac:chgData name="ANDRES ROQUES SANCHEZ" userId="ccf8582d-5392-42a6-8236-b1fece234554" providerId="ADAL" clId="{AA238DCD-200E-4353-ACFC-FFF94EB236E8}" dt="2025-12-15T20:29:34.224" v="1734" actId="1036"/>
          <ac:spMkLst>
            <pc:docMk/>
            <pc:sldMk cId="318942715" sldId="263"/>
            <ac:spMk id="8" creationId="{0F8B552E-BD69-9505-7A6F-39C5D167834E}"/>
          </ac:spMkLst>
        </pc:spChg>
        <pc:spChg chg="add mod">
          <ac:chgData name="ANDRES ROQUES SANCHEZ" userId="ccf8582d-5392-42a6-8236-b1fece234554" providerId="ADAL" clId="{AA238DCD-200E-4353-ACFC-FFF94EB236E8}" dt="2025-12-15T21:22:48.732" v="2456" actId="20577"/>
          <ac:spMkLst>
            <pc:docMk/>
            <pc:sldMk cId="318942715" sldId="263"/>
            <ac:spMk id="9" creationId="{A6EAB57C-0BB2-7B6E-FE2C-C8662C453343}"/>
          </ac:spMkLst>
        </pc:spChg>
        <pc:picChg chg="mod">
          <ac:chgData name="ANDRES ROQUES SANCHEZ" userId="ccf8582d-5392-42a6-8236-b1fece234554" providerId="ADAL" clId="{AA238DCD-200E-4353-ACFC-FFF94EB236E8}" dt="2025-12-15T20:27:39.258" v="1478" actId="1076"/>
          <ac:picMkLst>
            <pc:docMk/>
            <pc:sldMk cId="318942715" sldId="263"/>
            <ac:picMk id="5" creationId="{6BCABA0E-4157-2E67-26E4-7C0A6479C973}"/>
          </ac:picMkLst>
        </pc:picChg>
      </pc:sldChg>
      <pc:sldChg chg="addSp modSp mod addAnim delAnim modAnim">
        <pc:chgData name="ANDRES ROQUES SANCHEZ" userId="ccf8582d-5392-42a6-8236-b1fece234554" providerId="ADAL" clId="{AA238DCD-200E-4353-ACFC-FFF94EB236E8}" dt="2025-12-15T22:45:38.155" v="2870"/>
        <pc:sldMkLst>
          <pc:docMk/>
          <pc:sldMk cId="1951304893" sldId="264"/>
        </pc:sldMkLst>
        <pc:picChg chg="mod">
          <ac:chgData name="ANDRES ROQUES SANCHEZ" userId="ccf8582d-5392-42a6-8236-b1fece234554" providerId="ADAL" clId="{AA238DCD-200E-4353-ACFC-FFF94EB236E8}" dt="2025-12-14T18:56:18.871" v="486"/>
          <ac:picMkLst>
            <pc:docMk/>
            <pc:sldMk cId="1951304893" sldId="264"/>
            <ac:picMk id="4" creationId="{8C49131C-3770-5BB3-BB1C-F30A583DD864}"/>
          </ac:picMkLst>
        </pc:picChg>
        <pc:picChg chg="add mod modCrop">
          <ac:chgData name="ANDRES ROQUES SANCHEZ" userId="ccf8582d-5392-42a6-8236-b1fece234554" providerId="ADAL" clId="{AA238DCD-200E-4353-ACFC-FFF94EB236E8}" dt="2025-12-15T20:07:20.989" v="896" actId="1076"/>
          <ac:picMkLst>
            <pc:docMk/>
            <pc:sldMk cId="1951304893" sldId="264"/>
            <ac:picMk id="7" creationId="{4ADDE6CB-EEF5-97E9-E6DE-6D80CEF97EFB}"/>
          </ac:picMkLst>
        </pc:picChg>
        <pc:picChg chg="mod">
          <ac:chgData name="ANDRES ROQUES SANCHEZ" userId="ccf8582d-5392-42a6-8236-b1fece234554" providerId="ADAL" clId="{AA238DCD-200E-4353-ACFC-FFF94EB236E8}" dt="2025-12-14T18:56:21.623" v="487"/>
          <ac:picMkLst>
            <pc:docMk/>
            <pc:sldMk cId="1951304893" sldId="264"/>
            <ac:picMk id="15" creationId="{027825F5-E528-4A1D-BC48-FA5BC0264DF8}"/>
          </ac:picMkLst>
        </pc:picChg>
      </pc:sldChg>
      <pc:sldChg chg="addSp delSp modSp mod addAnim delAnim modAnim">
        <pc:chgData name="ANDRES ROQUES SANCHEZ" userId="ccf8582d-5392-42a6-8236-b1fece234554" providerId="ADAL" clId="{AA238DCD-200E-4353-ACFC-FFF94EB236E8}" dt="2025-12-15T22:46:33.614" v="2872"/>
        <pc:sldMkLst>
          <pc:docMk/>
          <pc:sldMk cId="2869950962" sldId="265"/>
        </pc:sldMkLst>
        <pc:spChg chg="add mod">
          <ac:chgData name="ANDRES ROQUES SANCHEZ" userId="ccf8582d-5392-42a6-8236-b1fece234554" providerId="ADAL" clId="{AA238DCD-200E-4353-ACFC-FFF94EB236E8}" dt="2025-12-15T20:52:52.454" v="1996" actId="1076"/>
          <ac:spMkLst>
            <pc:docMk/>
            <pc:sldMk cId="2869950962" sldId="265"/>
            <ac:spMk id="6" creationId="{38899521-722E-23D0-9F43-AC90E4F5D9E7}"/>
          </ac:spMkLst>
        </pc:spChg>
        <pc:spChg chg="add mod">
          <ac:chgData name="ANDRES ROQUES SANCHEZ" userId="ccf8582d-5392-42a6-8236-b1fece234554" providerId="ADAL" clId="{AA238DCD-200E-4353-ACFC-FFF94EB236E8}" dt="2025-12-15T20:50:09.519" v="1964" actId="1076"/>
          <ac:spMkLst>
            <pc:docMk/>
            <pc:sldMk cId="2869950962" sldId="265"/>
            <ac:spMk id="8" creationId="{7399A9A1-046F-84FB-11CF-939BC9FB46F8}"/>
          </ac:spMkLst>
        </pc:spChg>
        <pc:spChg chg="del">
          <ac:chgData name="ANDRES ROQUES SANCHEZ" userId="ccf8582d-5392-42a6-8236-b1fece234554" providerId="ADAL" clId="{AA238DCD-200E-4353-ACFC-FFF94EB236E8}" dt="2025-12-15T20:47:45.185" v="1855" actId="478"/>
          <ac:spMkLst>
            <pc:docMk/>
            <pc:sldMk cId="2869950962" sldId="265"/>
            <ac:spMk id="20" creationId="{65600AF7-6A13-FC81-A923-A90A31DFD327}"/>
          </ac:spMkLst>
        </pc:spChg>
        <pc:spChg chg="del">
          <ac:chgData name="ANDRES ROQUES SANCHEZ" userId="ccf8582d-5392-42a6-8236-b1fece234554" providerId="ADAL" clId="{AA238DCD-200E-4353-ACFC-FFF94EB236E8}" dt="2025-12-15T20:47:45.185" v="1855" actId="478"/>
          <ac:spMkLst>
            <pc:docMk/>
            <pc:sldMk cId="2869950962" sldId="265"/>
            <ac:spMk id="22" creationId="{F70D7506-52CD-6504-E268-70FD9BD147EF}"/>
          </ac:spMkLst>
        </pc:spChg>
        <pc:spChg chg="del">
          <ac:chgData name="ANDRES ROQUES SANCHEZ" userId="ccf8582d-5392-42a6-8236-b1fece234554" providerId="ADAL" clId="{AA238DCD-200E-4353-ACFC-FFF94EB236E8}" dt="2025-12-15T20:47:45.185" v="1855" actId="478"/>
          <ac:spMkLst>
            <pc:docMk/>
            <pc:sldMk cId="2869950962" sldId="265"/>
            <ac:spMk id="24" creationId="{2FD3BB1B-B042-20A2-FB70-5FCB05261626}"/>
          </ac:spMkLst>
        </pc:spChg>
        <pc:spChg chg="del">
          <ac:chgData name="ANDRES ROQUES SANCHEZ" userId="ccf8582d-5392-42a6-8236-b1fece234554" providerId="ADAL" clId="{AA238DCD-200E-4353-ACFC-FFF94EB236E8}" dt="2025-12-15T20:47:45.185" v="1855" actId="478"/>
          <ac:spMkLst>
            <pc:docMk/>
            <pc:sldMk cId="2869950962" sldId="265"/>
            <ac:spMk id="26" creationId="{4B4D5B03-C6FE-B738-A647-FFFD25A131F5}"/>
          </ac:spMkLst>
        </pc:spChg>
        <pc:picChg chg="mod">
          <ac:chgData name="ANDRES ROQUES SANCHEZ" userId="ccf8582d-5392-42a6-8236-b1fece234554" providerId="ADAL" clId="{AA238DCD-200E-4353-ACFC-FFF94EB236E8}" dt="2025-12-14T18:56:39.156" v="488"/>
          <ac:picMkLst>
            <pc:docMk/>
            <pc:sldMk cId="2869950962" sldId="265"/>
            <ac:picMk id="4" creationId="{804448D6-18C4-A56E-CEFA-89738C257982}"/>
          </ac:picMkLst>
        </pc:picChg>
        <pc:picChg chg="mod modCrop">
          <ac:chgData name="ANDRES ROQUES SANCHEZ" userId="ccf8582d-5392-42a6-8236-b1fece234554" providerId="ADAL" clId="{AA238DCD-200E-4353-ACFC-FFF94EB236E8}" dt="2025-12-15T20:42:39.077" v="1848" actId="1076"/>
          <ac:picMkLst>
            <pc:docMk/>
            <pc:sldMk cId="2869950962" sldId="265"/>
            <ac:picMk id="7" creationId="{7AB5408A-F17D-DCA3-5142-9AA78278D0CF}"/>
          </ac:picMkLst>
        </pc:picChg>
        <pc:picChg chg="mod">
          <ac:chgData name="ANDRES ROQUES SANCHEZ" userId="ccf8582d-5392-42a6-8236-b1fece234554" providerId="ADAL" clId="{AA238DCD-200E-4353-ACFC-FFF94EB236E8}" dt="2025-12-15T20:43:08.552" v="1854" actId="14100"/>
          <ac:picMkLst>
            <pc:docMk/>
            <pc:sldMk cId="2869950962" sldId="265"/>
            <ac:picMk id="9" creationId="{FFCCE4ED-8605-A28C-7B43-8B3386BA7258}"/>
          </ac:picMkLst>
        </pc:picChg>
        <pc:picChg chg="add mod modCrop">
          <ac:chgData name="ANDRES ROQUES SANCHEZ" userId="ccf8582d-5392-42a6-8236-b1fece234554" providerId="ADAL" clId="{AA238DCD-200E-4353-ACFC-FFF94EB236E8}" dt="2025-12-15T20:52:58.750" v="1998" actId="14100"/>
          <ac:picMkLst>
            <pc:docMk/>
            <pc:sldMk cId="2869950962" sldId="265"/>
            <ac:picMk id="12" creationId="{BFF581F7-EC1E-0D56-54DB-7453FEF9621C}"/>
          </ac:picMkLst>
        </pc:picChg>
        <pc:picChg chg="mod">
          <ac:chgData name="ANDRES ROQUES SANCHEZ" userId="ccf8582d-5392-42a6-8236-b1fece234554" providerId="ADAL" clId="{AA238DCD-200E-4353-ACFC-FFF94EB236E8}" dt="2025-12-14T18:56:42.401" v="489"/>
          <ac:picMkLst>
            <pc:docMk/>
            <pc:sldMk cId="2869950962" sldId="265"/>
            <ac:picMk id="15" creationId="{DFD7ACA9-AA81-3B3E-5CA4-C2ECE5574D28}"/>
          </ac:picMkLst>
        </pc:picChg>
        <pc:picChg chg="del">
          <ac:chgData name="ANDRES ROQUES SANCHEZ" userId="ccf8582d-5392-42a6-8236-b1fece234554" providerId="ADAL" clId="{AA238DCD-200E-4353-ACFC-FFF94EB236E8}" dt="2025-12-15T20:47:46.551" v="1856" actId="478"/>
          <ac:picMkLst>
            <pc:docMk/>
            <pc:sldMk cId="2869950962" sldId="265"/>
            <ac:picMk id="18" creationId="{FDB0C57A-3A76-2108-1EA7-91672BA7EB2B}"/>
          </ac:picMkLst>
        </pc:picChg>
        <pc:picChg chg="add mod modCrop">
          <ac:chgData name="ANDRES ROQUES SANCHEZ" userId="ccf8582d-5392-42a6-8236-b1fece234554" providerId="ADAL" clId="{AA238DCD-200E-4353-ACFC-FFF94EB236E8}" dt="2025-12-15T20:56:08.543" v="2008" actId="1076"/>
          <ac:picMkLst>
            <pc:docMk/>
            <pc:sldMk cId="2869950962" sldId="265"/>
            <ac:picMk id="29" creationId="{A6911F01-8B6B-96B1-277B-2E639C63C258}"/>
          </ac:picMkLst>
        </pc:picChg>
        <pc:picChg chg="add mod">
          <ac:chgData name="ANDRES ROQUES SANCHEZ" userId="ccf8582d-5392-42a6-8236-b1fece234554" providerId="ADAL" clId="{AA238DCD-200E-4353-ACFC-FFF94EB236E8}" dt="2025-12-15T20:52:52.454" v="1996" actId="1076"/>
          <ac:picMkLst>
            <pc:docMk/>
            <pc:sldMk cId="2869950962" sldId="265"/>
            <ac:picMk id="3074" creationId="{653519F7-CFDA-4EA4-EB10-2F2C5F2CD13B}"/>
          </ac:picMkLst>
        </pc:picChg>
      </pc:sldChg>
      <pc:sldChg chg="modSp mod addAnim delAnim modAnim">
        <pc:chgData name="ANDRES ROQUES SANCHEZ" userId="ccf8582d-5392-42a6-8236-b1fece234554" providerId="ADAL" clId="{AA238DCD-200E-4353-ACFC-FFF94EB236E8}" dt="2025-12-14T19:00:04.639" v="507"/>
        <pc:sldMkLst>
          <pc:docMk/>
          <pc:sldMk cId="1921190189" sldId="267"/>
        </pc:sldMkLst>
        <pc:picChg chg="mod">
          <ac:chgData name="ANDRES ROQUES SANCHEZ" userId="ccf8582d-5392-42a6-8236-b1fece234554" providerId="ADAL" clId="{AA238DCD-200E-4353-ACFC-FFF94EB236E8}" dt="2025-12-14T18:58:26.804" v="491" actId="1076"/>
          <ac:picMkLst>
            <pc:docMk/>
            <pc:sldMk cId="1921190189" sldId="267"/>
            <ac:picMk id="28" creationId="{28B7FA76-0D3B-A981-64F6-CDD9AC6A5BCE}"/>
          </ac:picMkLst>
        </pc:picChg>
        <pc:picChg chg="mod">
          <ac:chgData name="ANDRES ROQUES SANCHEZ" userId="ccf8582d-5392-42a6-8236-b1fece234554" providerId="ADAL" clId="{AA238DCD-200E-4353-ACFC-FFF94EB236E8}" dt="2025-12-14T18:58:33.139" v="493" actId="1076"/>
          <ac:picMkLst>
            <pc:docMk/>
            <pc:sldMk cId="1921190189" sldId="267"/>
            <ac:picMk id="42" creationId="{9E03097C-1102-1810-5882-0DC2A5CAF3AA}"/>
          </ac:picMkLst>
        </pc:picChg>
      </pc:sldChg>
      <pc:sldChg chg="addSp delSp modSp mod addAnim delAnim modAnim">
        <pc:chgData name="ANDRES ROQUES SANCHEZ" userId="ccf8582d-5392-42a6-8236-b1fece234554" providerId="ADAL" clId="{AA238DCD-200E-4353-ACFC-FFF94EB236E8}" dt="2025-12-15T22:47:26.339" v="2875"/>
        <pc:sldMkLst>
          <pc:docMk/>
          <pc:sldMk cId="1259871071" sldId="268"/>
        </pc:sldMkLst>
        <pc:spChg chg="mod">
          <ac:chgData name="ANDRES ROQUES SANCHEZ" userId="ccf8582d-5392-42a6-8236-b1fece234554" providerId="ADAL" clId="{AA238DCD-200E-4353-ACFC-FFF94EB236E8}" dt="2025-12-15T20:32:03.793" v="1829" actId="20577"/>
          <ac:spMkLst>
            <pc:docMk/>
            <pc:sldMk cId="1259871071" sldId="268"/>
            <ac:spMk id="2" creationId="{00905E9E-94E4-8E80-3085-99184744BD14}"/>
          </ac:spMkLst>
        </pc:spChg>
        <pc:spChg chg="add mod">
          <ac:chgData name="ANDRES ROQUES SANCHEZ" userId="ccf8582d-5392-42a6-8236-b1fece234554" providerId="ADAL" clId="{AA238DCD-200E-4353-ACFC-FFF94EB236E8}" dt="2025-12-14T18:40:57.657" v="381" actId="1076"/>
          <ac:spMkLst>
            <pc:docMk/>
            <pc:sldMk cId="1259871071" sldId="268"/>
            <ac:spMk id="17" creationId="{DE9E75E8-6441-E7B2-32F8-630136C0D829}"/>
          </ac:spMkLst>
        </pc:spChg>
        <pc:spChg chg="add mod ord">
          <ac:chgData name="ANDRES ROQUES SANCHEZ" userId="ccf8582d-5392-42a6-8236-b1fece234554" providerId="ADAL" clId="{AA238DCD-200E-4353-ACFC-FFF94EB236E8}" dt="2025-12-15T20:14:54.388" v="987" actId="167"/>
          <ac:spMkLst>
            <pc:docMk/>
            <pc:sldMk cId="1259871071" sldId="268"/>
            <ac:spMk id="18" creationId="{9B1B86A0-EF85-A951-E59D-6511492FD2F6}"/>
          </ac:spMkLst>
        </pc:spChg>
        <pc:spChg chg="add del mod">
          <ac:chgData name="ANDRES ROQUES SANCHEZ" userId="ccf8582d-5392-42a6-8236-b1fece234554" providerId="ADAL" clId="{AA238DCD-200E-4353-ACFC-FFF94EB236E8}" dt="2025-12-15T20:22:48.098" v="1112" actId="21"/>
          <ac:spMkLst>
            <pc:docMk/>
            <pc:sldMk cId="1259871071" sldId="268"/>
            <ac:spMk id="19" creationId="{92624DCE-197D-00CA-9148-7AB7FFB29FA6}"/>
          </ac:spMkLst>
        </pc:spChg>
        <pc:spChg chg="add mod">
          <ac:chgData name="ANDRES ROQUES SANCHEZ" userId="ccf8582d-5392-42a6-8236-b1fece234554" providerId="ADAL" clId="{AA238DCD-200E-4353-ACFC-FFF94EB236E8}" dt="2025-12-14T18:33:20.318" v="307" actId="1076"/>
          <ac:spMkLst>
            <pc:docMk/>
            <pc:sldMk cId="1259871071" sldId="268"/>
            <ac:spMk id="21" creationId="{2F7801CA-67C2-631F-F708-329BF2504A53}"/>
          </ac:spMkLst>
        </pc:spChg>
        <pc:spChg chg="add del mod">
          <ac:chgData name="ANDRES ROQUES SANCHEZ" userId="ccf8582d-5392-42a6-8236-b1fece234554" providerId="ADAL" clId="{AA238DCD-200E-4353-ACFC-FFF94EB236E8}" dt="2025-12-15T20:22:48.098" v="1112" actId="21"/>
          <ac:spMkLst>
            <pc:docMk/>
            <pc:sldMk cId="1259871071" sldId="268"/>
            <ac:spMk id="22" creationId="{B0A2671C-CF02-DF4A-00DD-C554AC2DB275}"/>
          </ac:spMkLst>
        </pc:spChg>
        <pc:spChg chg="add mod">
          <ac:chgData name="ANDRES ROQUES SANCHEZ" userId="ccf8582d-5392-42a6-8236-b1fece234554" providerId="ADAL" clId="{AA238DCD-200E-4353-ACFC-FFF94EB236E8}" dt="2025-12-15T21:06:12.913" v="2335" actId="1076"/>
          <ac:spMkLst>
            <pc:docMk/>
            <pc:sldMk cId="1259871071" sldId="268"/>
            <ac:spMk id="24" creationId="{0F483BD0-0E32-7D8B-1288-3018A3A4DCB6}"/>
          </ac:spMkLst>
        </pc:spChg>
        <pc:spChg chg="add mod">
          <ac:chgData name="ANDRES ROQUES SANCHEZ" userId="ccf8582d-5392-42a6-8236-b1fece234554" providerId="ADAL" clId="{AA238DCD-200E-4353-ACFC-FFF94EB236E8}" dt="2025-12-15T21:01:38.449" v="2061"/>
          <ac:spMkLst>
            <pc:docMk/>
            <pc:sldMk cId="1259871071" sldId="268"/>
            <ac:spMk id="28" creationId="{F9B99D21-6B8D-3DC6-AA26-5EC1255B024A}"/>
          </ac:spMkLst>
        </pc:spChg>
        <pc:spChg chg="add">
          <ac:chgData name="ANDRES ROQUES SANCHEZ" userId="ccf8582d-5392-42a6-8236-b1fece234554" providerId="ADAL" clId="{AA238DCD-200E-4353-ACFC-FFF94EB236E8}" dt="2025-12-14T18:50:55.965" v="446"/>
          <ac:spMkLst>
            <pc:docMk/>
            <pc:sldMk cId="1259871071" sldId="268"/>
            <ac:spMk id="34" creationId="{D7F1BA49-31D6-B50B-E8B9-74022FB78C75}"/>
          </ac:spMkLst>
        </pc:spChg>
        <pc:spChg chg="add mod">
          <ac:chgData name="ANDRES ROQUES SANCHEZ" userId="ccf8582d-5392-42a6-8236-b1fece234554" providerId="ADAL" clId="{AA238DCD-200E-4353-ACFC-FFF94EB236E8}" dt="2025-12-14T18:51:05.746" v="451" actId="14100"/>
          <ac:spMkLst>
            <pc:docMk/>
            <pc:sldMk cId="1259871071" sldId="268"/>
            <ac:spMk id="35" creationId="{71E7B9C5-5B8F-D6F1-39A6-DAFB6885991A}"/>
          </ac:spMkLst>
        </pc:spChg>
        <pc:grpChg chg="add mod">
          <ac:chgData name="ANDRES ROQUES SANCHEZ" userId="ccf8582d-5392-42a6-8236-b1fece234554" providerId="ADAL" clId="{AA238DCD-200E-4353-ACFC-FFF94EB236E8}" dt="2025-12-14T18:51:53.662" v="454" actId="1076"/>
          <ac:grpSpMkLst>
            <pc:docMk/>
            <pc:sldMk cId="1259871071" sldId="268"/>
            <ac:grpSpMk id="8" creationId="{3A9B3512-5A42-075E-0B56-86B165C79149}"/>
          </ac:grpSpMkLst>
        </pc:grpChg>
        <pc:grpChg chg="add mod">
          <ac:chgData name="ANDRES ROQUES SANCHEZ" userId="ccf8582d-5392-42a6-8236-b1fece234554" providerId="ADAL" clId="{AA238DCD-200E-4353-ACFC-FFF94EB236E8}" dt="2025-12-14T18:42:42.149" v="393" actId="1076"/>
          <ac:grpSpMkLst>
            <pc:docMk/>
            <pc:sldMk cId="1259871071" sldId="268"/>
            <ac:grpSpMk id="27" creationId="{844F95F3-D79B-3AB2-F5F7-38D8AD6E3224}"/>
          </ac:grpSpMkLst>
        </pc:grpChg>
        <pc:picChg chg="add mod">
          <ac:chgData name="ANDRES ROQUES SANCHEZ" userId="ccf8582d-5392-42a6-8236-b1fece234554" providerId="ADAL" clId="{AA238DCD-200E-4353-ACFC-FFF94EB236E8}" dt="2025-12-15T20:15:02.665" v="990" actId="1076"/>
          <ac:picMkLst>
            <pc:docMk/>
            <pc:sldMk cId="1259871071" sldId="268"/>
            <ac:picMk id="3" creationId="{DEC8060F-49A5-7848-9928-90F7871EAAC2}"/>
          </ac:picMkLst>
        </pc:picChg>
        <pc:picChg chg="add mod modCrop">
          <ac:chgData name="ANDRES ROQUES SANCHEZ" userId="ccf8582d-5392-42a6-8236-b1fece234554" providerId="ADAL" clId="{AA238DCD-200E-4353-ACFC-FFF94EB236E8}" dt="2025-12-14T18:17:02.401" v="16" actId="732"/>
          <ac:picMkLst>
            <pc:docMk/>
            <pc:sldMk cId="1259871071" sldId="268"/>
            <ac:picMk id="4" creationId="{6F504FBF-830F-BE0C-DF6F-93885D713298}"/>
          </ac:picMkLst>
        </pc:picChg>
        <pc:picChg chg="add del mod">
          <ac:chgData name="ANDRES ROQUES SANCHEZ" userId="ccf8582d-5392-42a6-8236-b1fece234554" providerId="ADAL" clId="{AA238DCD-200E-4353-ACFC-FFF94EB236E8}" dt="2025-12-15T20:22:48.098" v="1112" actId="21"/>
          <ac:picMkLst>
            <pc:docMk/>
            <pc:sldMk cId="1259871071" sldId="268"/>
            <ac:picMk id="6" creationId="{DFD6EB27-39FF-B48A-94A9-BC8352F29179}"/>
          </ac:picMkLst>
        </pc:picChg>
        <pc:picChg chg="add mod modCrop">
          <ac:chgData name="ANDRES ROQUES SANCHEZ" userId="ccf8582d-5392-42a6-8236-b1fece234554" providerId="ADAL" clId="{AA238DCD-200E-4353-ACFC-FFF94EB236E8}" dt="2025-12-14T18:17:22.224" v="18" actId="732"/>
          <ac:picMkLst>
            <pc:docMk/>
            <pc:sldMk cId="1259871071" sldId="268"/>
            <ac:picMk id="7" creationId="{4C5D275E-9393-53ED-E170-E86F3DA8A7A8}"/>
          </ac:picMkLst>
        </pc:picChg>
        <pc:picChg chg="add del mod">
          <ac:chgData name="ANDRES ROQUES SANCHEZ" userId="ccf8582d-5392-42a6-8236-b1fece234554" providerId="ADAL" clId="{AA238DCD-200E-4353-ACFC-FFF94EB236E8}" dt="2025-12-15T20:22:48.098" v="1112" actId="21"/>
          <ac:picMkLst>
            <pc:docMk/>
            <pc:sldMk cId="1259871071" sldId="268"/>
            <ac:picMk id="9" creationId="{956367F0-B215-9E05-6138-E95380B660F4}"/>
          </ac:picMkLst>
        </pc:picChg>
        <pc:picChg chg="add del mod">
          <ac:chgData name="ANDRES ROQUES SANCHEZ" userId="ccf8582d-5392-42a6-8236-b1fece234554" providerId="ADAL" clId="{AA238DCD-200E-4353-ACFC-FFF94EB236E8}" dt="2025-12-14T18:24:37.829" v="208" actId="478"/>
          <ac:picMkLst>
            <pc:docMk/>
            <pc:sldMk cId="1259871071" sldId="268"/>
            <ac:picMk id="10" creationId="{BB2C4D35-3A70-4C2B-6FCA-17D6B84B7C18}"/>
          </ac:picMkLst>
        </pc:picChg>
        <pc:picChg chg="add del mod">
          <ac:chgData name="ANDRES ROQUES SANCHEZ" userId="ccf8582d-5392-42a6-8236-b1fece234554" providerId="ADAL" clId="{AA238DCD-200E-4353-ACFC-FFF94EB236E8}" dt="2025-12-15T20:22:48.098" v="1112" actId="21"/>
          <ac:picMkLst>
            <pc:docMk/>
            <pc:sldMk cId="1259871071" sldId="268"/>
            <ac:picMk id="10" creationId="{BF49E2ED-8FBD-0BE9-3B99-010CF4897803}"/>
          </ac:picMkLst>
        </pc:picChg>
        <pc:picChg chg="add del mod">
          <ac:chgData name="ANDRES ROQUES SANCHEZ" userId="ccf8582d-5392-42a6-8236-b1fece234554" providerId="ADAL" clId="{AA238DCD-200E-4353-ACFC-FFF94EB236E8}" dt="2025-12-15T20:22:48.098" v="1112" actId="21"/>
          <ac:picMkLst>
            <pc:docMk/>
            <pc:sldMk cId="1259871071" sldId="268"/>
            <ac:picMk id="11" creationId="{A0AC9790-55AB-D9CB-9BE1-51250FF2436E}"/>
          </ac:picMkLst>
        </pc:picChg>
        <pc:picChg chg="add mod">
          <ac:chgData name="ANDRES ROQUES SANCHEZ" userId="ccf8582d-5392-42a6-8236-b1fece234554" providerId="ADAL" clId="{AA238DCD-200E-4353-ACFC-FFF94EB236E8}" dt="2025-12-15T20:21:37.752" v="1084" actId="1076"/>
          <ac:picMkLst>
            <pc:docMk/>
            <pc:sldMk cId="1259871071" sldId="268"/>
            <ac:picMk id="12" creationId="{75507489-13D7-B479-376F-8034AFF9F679}"/>
          </ac:picMkLst>
        </pc:picChg>
        <pc:picChg chg="add del mod">
          <ac:chgData name="ANDRES ROQUES SANCHEZ" userId="ccf8582d-5392-42a6-8236-b1fece234554" providerId="ADAL" clId="{AA238DCD-200E-4353-ACFC-FFF94EB236E8}" dt="2025-12-14T18:19:09.661" v="29" actId="478"/>
          <ac:picMkLst>
            <pc:docMk/>
            <pc:sldMk cId="1259871071" sldId="268"/>
            <ac:picMk id="12" creationId="{CDD3AA46-F402-BAC5-A09E-F6A4EF7EC391}"/>
          </ac:picMkLst>
        </pc:picChg>
        <pc:picChg chg="add del mod">
          <ac:chgData name="ANDRES ROQUES SANCHEZ" userId="ccf8582d-5392-42a6-8236-b1fece234554" providerId="ADAL" clId="{AA238DCD-200E-4353-ACFC-FFF94EB236E8}" dt="2025-12-15T20:22:48.098" v="1112" actId="21"/>
          <ac:picMkLst>
            <pc:docMk/>
            <pc:sldMk cId="1259871071" sldId="268"/>
            <ac:picMk id="13" creationId="{BC9359DE-A1C6-51E2-EEA8-EF917BD7D131}"/>
          </ac:picMkLst>
        </pc:picChg>
        <pc:picChg chg="add mod modCrop">
          <ac:chgData name="ANDRES ROQUES SANCHEZ" userId="ccf8582d-5392-42a6-8236-b1fece234554" providerId="ADAL" clId="{AA238DCD-200E-4353-ACFC-FFF94EB236E8}" dt="2025-12-15T20:15:12.031" v="992" actId="1076"/>
          <ac:picMkLst>
            <pc:docMk/>
            <pc:sldMk cId="1259871071" sldId="268"/>
            <ac:picMk id="14" creationId="{0274046F-0372-6CDD-D2E7-C812D406A5F8}"/>
          </ac:picMkLst>
        </pc:picChg>
        <pc:picChg chg="add del mod">
          <ac:chgData name="ANDRES ROQUES SANCHEZ" userId="ccf8582d-5392-42a6-8236-b1fece234554" providerId="ADAL" clId="{AA238DCD-200E-4353-ACFC-FFF94EB236E8}" dt="2025-12-15T20:22:48.098" v="1112" actId="21"/>
          <ac:picMkLst>
            <pc:docMk/>
            <pc:sldMk cId="1259871071" sldId="268"/>
            <ac:picMk id="15" creationId="{B127FF38-DB96-A8A4-80EC-AEA8ADDFA66D}"/>
          </ac:picMkLst>
        </pc:picChg>
        <pc:picChg chg="add del mod">
          <ac:chgData name="ANDRES ROQUES SANCHEZ" userId="ccf8582d-5392-42a6-8236-b1fece234554" providerId="ADAL" clId="{AA238DCD-200E-4353-ACFC-FFF94EB236E8}" dt="2025-12-14T18:24:39.558" v="209" actId="478"/>
          <ac:picMkLst>
            <pc:docMk/>
            <pc:sldMk cId="1259871071" sldId="268"/>
            <ac:picMk id="16" creationId="{5177EB2D-8C85-4ACA-D7E0-0CFF5E46E0F7}"/>
          </ac:picMkLst>
        </pc:picChg>
        <pc:picChg chg="add del mod">
          <ac:chgData name="ANDRES ROQUES SANCHEZ" userId="ccf8582d-5392-42a6-8236-b1fece234554" providerId="ADAL" clId="{AA238DCD-200E-4353-ACFC-FFF94EB236E8}" dt="2025-12-15T20:22:48.098" v="1112" actId="21"/>
          <ac:picMkLst>
            <pc:docMk/>
            <pc:sldMk cId="1259871071" sldId="268"/>
            <ac:picMk id="16" creationId="{8B6819FF-4C23-6E01-C75F-27AE75CE75AF}"/>
          </ac:picMkLst>
        </pc:picChg>
        <pc:picChg chg="add del mod">
          <ac:chgData name="ANDRES ROQUES SANCHEZ" userId="ccf8582d-5392-42a6-8236-b1fece234554" providerId="ADAL" clId="{AA238DCD-200E-4353-ACFC-FFF94EB236E8}" dt="2025-12-15T20:22:48.098" v="1112" actId="21"/>
          <ac:picMkLst>
            <pc:docMk/>
            <pc:sldMk cId="1259871071" sldId="268"/>
            <ac:picMk id="20" creationId="{6D2C3550-6E6C-6E7C-B607-CD704344704E}"/>
          </ac:picMkLst>
        </pc:picChg>
        <pc:picChg chg="add del mod">
          <ac:chgData name="ANDRES ROQUES SANCHEZ" userId="ccf8582d-5392-42a6-8236-b1fece234554" providerId="ADAL" clId="{AA238DCD-200E-4353-ACFC-FFF94EB236E8}" dt="2025-12-14T18:32:58.019" v="303" actId="478"/>
          <ac:picMkLst>
            <pc:docMk/>
            <pc:sldMk cId="1259871071" sldId="268"/>
            <ac:picMk id="20" creationId="{D4AFF119-E0E4-B8FE-FF14-7BFB4574B261}"/>
          </ac:picMkLst>
        </pc:picChg>
        <pc:picChg chg="add mod">
          <ac:chgData name="ANDRES ROQUES SANCHEZ" userId="ccf8582d-5392-42a6-8236-b1fece234554" providerId="ADAL" clId="{AA238DCD-200E-4353-ACFC-FFF94EB236E8}" dt="2025-12-15T20:15:08.182" v="991" actId="1076"/>
          <ac:picMkLst>
            <pc:docMk/>
            <pc:sldMk cId="1259871071" sldId="268"/>
            <ac:picMk id="23" creationId="{8349374F-28EB-07A1-71A4-BF3B6DFD2BF9}"/>
          </ac:picMkLst>
        </pc:picChg>
        <pc:picChg chg="add mod">
          <ac:chgData name="ANDRES ROQUES SANCHEZ" userId="ccf8582d-5392-42a6-8236-b1fece234554" providerId="ADAL" clId="{AA238DCD-200E-4353-ACFC-FFF94EB236E8}" dt="2025-12-14T18:39:41.234" v="377" actId="164"/>
          <ac:picMkLst>
            <pc:docMk/>
            <pc:sldMk cId="1259871071" sldId="268"/>
            <ac:picMk id="25" creationId="{6F272112-A6FC-FE72-9A62-DCD835328EE1}"/>
          </ac:picMkLst>
        </pc:picChg>
        <pc:picChg chg="add mod modCrop">
          <ac:chgData name="ANDRES ROQUES SANCHEZ" userId="ccf8582d-5392-42a6-8236-b1fece234554" providerId="ADAL" clId="{AA238DCD-200E-4353-ACFC-FFF94EB236E8}" dt="2025-12-14T18:39:41.234" v="377" actId="164"/>
          <ac:picMkLst>
            <pc:docMk/>
            <pc:sldMk cId="1259871071" sldId="268"/>
            <ac:picMk id="26" creationId="{3D04BAC7-EB56-F233-7B81-A1AD489FF218}"/>
          </ac:picMkLst>
        </pc:picChg>
        <pc:picChg chg="add del mod">
          <ac:chgData name="ANDRES ROQUES SANCHEZ" userId="ccf8582d-5392-42a6-8236-b1fece234554" providerId="ADAL" clId="{AA238DCD-200E-4353-ACFC-FFF94EB236E8}" dt="2025-12-14T18:43:24.691" v="405" actId="478"/>
          <ac:picMkLst>
            <pc:docMk/>
            <pc:sldMk cId="1259871071" sldId="268"/>
            <ac:picMk id="29" creationId="{270F5855-A82C-CFD5-C419-CF2C579E0CE3}"/>
          </ac:picMkLst>
        </pc:picChg>
        <pc:picChg chg="add del mod">
          <ac:chgData name="ANDRES ROQUES SANCHEZ" userId="ccf8582d-5392-42a6-8236-b1fece234554" providerId="ADAL" clId="{AA238DCD-200E-4353-ACFC-FFF94EB236E8}" dt="2025-12-14T18:43:22.689" v="404" actId="478"/>
          <ac:picMkLst>
            <pc:docMk/>
            <pc:sldMk cId="1259871071" sldId="268"/>
            <ac:picMk id="30" creationId="{BAD3DE67-F749-81FF-2A94-B69A48F3A3E8}"/>
          </ac:picMkLst>
        </pc:picChg>
        <pc:picChg chg="add mod">
          <ac:chgData name="ANDRES ROQUES SANCHEZ" userId="ccf8582d-5392-42a6-8236-b1fece234554" providerId="ADAL" clId="{AA238DCD-200E-4353-ACFC-FFF94EB236E8}" dt="2025-12-14T18:43:21.134" v="403" actId="1076"/>
          <ac:picMkLst>
            <pc:docMk/>
            <pc:sldMk cId="1259871071" sldId="268"/>
            <ac:picMk id="31" creationId="{B5F33A78-108A-7CB1-58A9-CBA0501AE2CC}"/>
          </ac:picMkLst>
        </pc:picChg>
        <pc:picChg chg="add mod">
          <ac:chgData name="ANDRES ROQUES SANCHEZ" userId="ccf8582d-5392-42a6-8236-b1fece234554" providerId="ADAL" clId="{AA238DCD-200E-4353-ACFC-FFF94EB236E8}" dt="2025-12-14T18:43:34.626" v="407" actId="1076"/>
          <ac:picMkLst>
            <pc:docMk/>
            <pc:sldMk cId="1259871071" sldId="268"/>
            <ac:picMk id="32" creationId="{09521512-CD18-549E-857A-BFF85E435F6F}"/>
          </ac:picMkLst>
        </pc:picChg>
        <pc:picChg chg="add mod">
          <ac:chgData name="ANDRES ROQUES SANCHEZ" userId="ccf8582d-5392-42a6-8236-b1fece234554" providerId="ADAL" clId="{AA238DCD-200E-4353-ACFC-FFF94EB236E8}" dt="2025-12-14T18:43:43.310" v="409" actId="1076"/>
          <ac:picMkLst>
            <pc:docMk/>
            <pc:sldMk cId="1259871071" sldId="268"/>
            <ac:picMk id="33" creationId="{006E3FAD-55C7-54B0-AA92-F054B49715DA}"/>
          </ac:picMkLst>
        </pc:picChg>
        <pc:picChg chg="add del mod">
          <ac:chgData name="ANDRES ROQUES SANCHEZ" userId="ccf8582d-5392-42a6-8236-b1fece234554" providerId="ADAL" clId="{AA238DCD-200E-4353-ACFC-FFF94EB236E8}" dt="2025-12-14T18:52:15.809" v="463" actId="21"/>
          <ac:picMkLst>
            <pc:docMk/>
            <pc:sldMk cId="1259871071" sldId="268"/>
            <ac:picMk id="37" creationId="{295749C1-7F12-E6D3-6FC9-2ED49095B108}"/>
          </ac:picMkLst>
        </pc:picChg>
        <pc:picChg chg="add del mod ord">
          <ac:chgData name="ANDRES ROQUES SANCHEZ" userId="ccf8582d-5392-42a6-8236-b1fece234554" providerId="ADAL" clId="{AA238DCD-200E-4353-ACFC-FFF94EB236E8}" dt="2025-12-15T20:15:00.449" v="989" actId="478"/>
          <ac:picMkLst>
            <pc:docMk/>
            <pc:sldMk cId="1259871071" sldId="268"/>
            <ac:picMk id="38" creationId="{295749C1-7F12-E6D3-6FC9-2ED49095B108}"/>
          </ac:picMkLst>
        </pc:picChg>
        <pc:picChg chg="add del mod modCrop">
          <ac:chgData name="ANDRES ROQUES SANCHEZ" userId="ccf8582d-5392-42a6-8236-b1fece234554" providerId="ADAL" clId="{AA238DCD-200E-4353-ACFC-FFF94EB236E8}" dt="2025-12-14T18:55:21.185" v="481" actId="478"/>
          <ac:picMkLst>
            <pc:docMk/>
            <pc:sldMk cId="1259871071" sldId="268"/>
            <ac:picMk id="40" creationId="{73E16F21-CC27-1C0F-CAE6-E8B6BED2EF92}"/>
          </ac:picMkLst>
        </pc:picChg>
        <pc:picChg chg="add mod">
          <ac:chgData name="ANDRES ROQUES SANCHEZ" userId="ccf8582d-5392-42a6-8236-b1fece234554" providerId="ADAL" clId="{AA238DCD-200E-4353-ACFC-FFF94EB236E8}" dt="2025-12-15T21:06:09.347" v="2334" actId="1076"/>
          <ac:picMkLst>
            <pc:docMk/>
            <pc:sldMk cId="1259871071" sldId="268"/>
            <ac:picMk id="42" creationId="{BA40AEF7-1C30-F671-0295-994FF8ABA6C0}"/>
          </ac:picMkLst>
        </pc:picChg>
      </pc:sldChg>
      <pc:sldChg chg="addSp delSp modSp add mod addAnim delAnim modAnim">
        <pc:chgData name="ANDRES ROQUES SANCHEZ" userId="ccf8582d-5392-42a6-8236-b1fece234554" providerId="ADAL" clId="{AA238DCD-200E-4353-ACFC-FFF94EB236E8}" dt="2025-12-15T22:42:34.193" v="2849"/>
        <pc:sldMkLst>
          <pc:docMk/>
          <pc:sldMk cId="900142489" sldId="269"/>
        </pc:sldMkLst>
        <pc:spChg chg="mod">
          <ac:chgData name="ANDRES ROQUES SANCHEZ" userId="ccf8582d-5392-42a6-8236-b1fece234554" providerId="ADAL" clId="{AA238DCD-200E-4353-ACFC-FFF94EB236E8}" dt="2025-12-14T19:52:11.477" v="514" actId="20577"/>
          <ac:spMkLst>
            <pc:docMk/>
            <pc:sldMk cId="900142489" sldId="269"/>
            <ac:spMk id="2" creationId="{E5DE5246-5BCC-4224-4D9C-012ECC1F4E31}"/>
          </ac:spMkLst>
        </pc:spChg>
        <pc:spChg chg="add mod">
          <ac:chgData name="ANDRES ROQUES SANCHEZ" userId="ccf8582d-5392-42a6-8236-b1fece234554" providerId="ADAL" clId="{AA238DCD-200E-4353-ACFC-FFF94EB236E8}" dt="2025-12-15T22:35:50.012" v="2465" actId="1076"/>
          <ac:spMkLst>
            <pc:docMk/>
            <pc:sldMk cId="900142489" sldId="269"/>
            <ac:spMk id="3" creationId="{276F9F5A-86C3-AE69-DB22-3B6178A92D88}"/>
          </ac:spMkLst>
        </pc:spChg>
        <pc:spChg chg="add mod">
          <ac:chgData name="ANDRES ROQUES SANCHEZ" userId="ccf8582d-5392-42a6-8236-b1fece234554" providerId="ADAL" clId="{AA238DCD-200E-4353-ACFC-FFF94EB236E8}" dt="2025-12-15T20:10:40.669" v="909" actId="14100"/>
          <ac:spMkLst>
            <pc:docMk/>
            <pc:sldMk cId="900142489" sldId="269"/>
            <ac:spMk id="3" creationId="{FDE90B07-1428-E15F-855B-95284DC30716}"/>
          </ac:spMkLst>
        </pc:spChg>
        <pc:spChg chg="add mod">
          <ac:chgData name="ANDRES ROQUES SANCHEZ" userId="ccf8582d-5392-42a6-8236-b1fece234554" providerId="ADAL" clId="{AA238DCD-200E-4353-ACFC-FFF94EB236E8}" dt="2025-12-15T22:37:17.150" v="2577" actId="1036"/>
          <ac:spMkLst>
            <pc:docMk/>
            <pc:sldMk cId="900142489" sldId="269"/>
            <ac:spMk id="6" creationId="{7386B034-BC1D-8A1B-EF00-887A4B5A17D9}"/>
          </ac:spMkLst>
        </pc:spChg>
        <pc:spChg chg="add mod">
          <ac:chgData name="ANDRES ROQUES SANCHEZ" userId="ccf8582d-5392-42a6-8236-b1fece234554" providerId="ADAL" clId="{AA238DCD-200E-4353-ACFC-FFF94EB236E8}" dt="2025-12-15T22:37:13.376" v="2573" actId="1036"/>
          <ac:spMkLst>
            <pc:docMk/>
            <pc:sldMk cId="900142489" sldId="269"/>
            <ac:spMk id="10" creationId="{90CAD78A-5681-602E-6875-21FF0D938E82}"/>
          </ac:spMkLst>
        </pc:spChg>
        <pc:spChg chg="add mod">
          <ac:chgData name="ANDRES ROQUES SANCHEZ" userId="ccf8582d-5392-42a6-8236-b1fece234554" providerId="ADAL" clId="{AA238DCD-200E-4353-ACFC-FFF94EB236E8}" dt="2025-12-15T22:41:47.886" v="2830" actId="20577"/>
          <ac:spMkLst>
            <pc:docMk/>
            <pc:sldMk cId="900142489" sldId="269"/>
            <ac:spMk id="11" creationId="{3B504DC3-9FD0-A0DD-F792-B8F4E337A4FF}"/>
          </ac:spMkLst>
        </pc:spChg>
        <pc:spChg chg="add mod">
          <ac:chgData name="ANDRES ROQUES SANCHEZ" userId="ccf8582d-5392-42a6-8236-b1fece234554" providerId="ADAL" clId="{AA238DCD-200E-4353-ACFC-FFF94EB236E8}" dt="2025-12-15T22:39:23.037" v="2674" actId="1076"/>
          <ac:spMkLst>
            <pc:docMk/>
            <pc:sldMk cId="900142489" sldId="269"/>
            <ac:spMk id="13" creationId="{5FB30FCF-6C7C-8ADA-E892-B2A8DC0393DF}"/>
          </ac:spMkLst>
        </pc:spChg>
        <pc:spChg chg="mod">
          <ac:chgData name="ANDRES ROQUES SANCHEZ" userId="ccf8582d-5392-42a6-8236-b1fece234554" providerId="ADAL" clId="{AA238DCD-200E-4353-ACFC-FFF94EB236E8}" dt="2025-12-15T20:19:44.126" v="1071" actId="20577"/>
          <ac:spMkLst>
            <pc:docMk/>
            <pc:sldMk cId="900142489" sldId="269"/>
            <ac:spMk id="17" creationId="{B67AB733-B141-AAE3-40CA-CD7FCD6CBBAC}"/>
          </ac:spMkLst>
        </pc:spChg>
        <pc:spChg chg="mod">
          <ac:chgData name="ANDRES ROQUES SANCHEZ" userId="ccf8582d-5392-42a6-8236-b1fece234554" providerId="ADAL" clId="{AA238DCD-200E-4353-ACFC-FFF94EB236E8}" dt="2025-12-15T20:14:10.192" v="980" actId="20577"/>
          <ac:spMkLst>
            <pc:docMk/>
            <pc:sldMk cId="900142489" sldId="269"/>
            <ac:spMk id="18" creationId="{C0932852-82C2-4717-64FE-186F92302513}"/>
          </ac:spMkLst>
        </pc:spChg>
        <pc:spChg chg="add del mod">
          <ac:chgData name="ANDRES ROQUES SANCHEZ" userId="ccf8582d-5392-42a6-8236-b1fece234554" providerId="ADAL" clId="{AA238DCD-200E-4353-ACFC-FFF94EB236E8}" dt="2025-12-15T22:35:21.988" v="2462" actId="478"/>
          <ac:spMkLst>
            <pc:docMk/>
            <pc:sldMk cId="900142489" sldId="269"/>
            <ac:spMk id="21" creationId="{293B67C5-2712-5160-5ED4-7438181FBE21}"/>
          </ac:spMkLst>
        </pc:spChg>
        <pc:spChg chg="add mod">
          <ac:chgData name="ANDRES ROQUES SANCHEZ" userId="ccf8582d-5392-42a6-8236-b1fece234554" providerId="ADAL" clId="{AA238DCD-200E-4353-ACFC-FFF94EB236E8}" dt="2025-12-15T20:22:53.276" v="1115" actId="1076"/>
          <ac:spMkLst>
            <pc:docMk/>
            <pc:sldMk cId="900142489" sldId="269"/>
            <ac:spMk id="29" creationId="{92624DCE-197D-00CA-9148-7AB7FFB29FA6}"/>
          </ac:spMkLst>
        </pc:spChg>
        <pc:spChg chg="add mod">
          <ac:chgData name="ANDRES ROQUES SANCHEZ" userId="ccf8582d-5392-42a6-8236-b1fece234554" providerId="ADAL" clId="{AA238DCD-200E-4353-ACFC-FFF94EB236E8}" dt="2025-12-15T20:22:53.276" v="1115" actId="1076"/>
          <ac:spMkLst>
            <pc:docMk/>
            <pc:sldMk cId="900142489" sldId="269"/>
            <ac:spMk id="34" creationId="{B0A2671C-CF02-DF4A-00DD-C554AC2DB275}"/>
          </ac:spMkLst>
        </pc:spChg>
        <pc:spChg chg="add mod">
          <ac:chgData name="ANDRES ROQUES SANCHEZ" userId="ccf8582d-5392-42a6-8236-b1fece234554" providerId="ADAL" clId="{AA238DCD-200E-4353-ACFC-FFF94EB236E8}" dt="2025-12-15T22:39:48.953" v="2682" actId="1076"/>
          <ac:spMkLst>
            <pc:docMk/>
            <pc:sldMk cId="900142489" sldId="269"/>
            <ac:spMk id="45" creationId="{419132D5-2223-FC9D-24E3-EF3DBDAA779A}"/>
          </ac:spMkLst>
        </pc:spChg>
        <pc:spChg chg="add mod">
          <ac:chgData name="ANDRES ROQUES SANCHEZ" userId="ccf8582d-5392-42a6-8236-b1fece234554" providerId="ADAL" clId="{AA238DCD-200E-4353-ACFC-FFF94EB236E8}" dt="2025-12-15T22:39:56.272" v="2684" actId="1076"/>
          <ac:spMkLst>
            <pc:docMk/>
            <pc:sldMk cId="900142489" sldId="269"/>
            <ac:spMk id="47" creationId="{192BE121-DAD7-B9C4-52E4-0D350C976929}"/>
          </ac:spMkLst>
        </pc:spChg>
        <pc:grpChg chg="add del mod">
          <ac:chgData name="ANDRES ROQUES SANCHEZ" userId="ccf8582d-5392-42a6-8236-b1fece234554" providerId="ADAL" clId="{AA238DCD-200E-4353-ACFC-FFF94EB236E8}" dt="2025-12-15T22:35:14.522" v="2459" actId="478"/>
          <ac:grpSpMkLst>
            <pc:docMk/>
            <pc:sldMk cId="900142489" sldId="269"/>
            <ac:grpSpMk id="8" creationId="{C6688A7B-47DE-4C74-2AD9-7D9FF45559DE}"/>
          </ac:grpSpMkLst>
        </pc:grpChg>
        <pc:grpChg chg="add del mod">
          <ac:chgData name="ANDRES ROQUES SANCHEZ" userId="ccf8582d-5392-42a6-8236-b1fece234554" providerId="ADAL" clId="{AA238DCD-200E-4353-ACFC-FFF94EB236E8}" dt="2025-12-15T22:35:16.923" v="2460" actId="478"/>
          <ac:grpSpMkLst>
            <pc:docMk/>
            <pc:sldMk cId="900142489" sldId="269"/>
            <ac:grpSpMk id="27" creationId="{D24C2391-392C-1776-1605-ECCA69AC286C}"/>
          </ac:grpSpMkLst>
        </pc:grpChg>
        <pc:picChg chg="add mod modCrop">
          <ac:chgData name="ANDRES ROQUES SANCHEZ" userId="ccf8582d-5392-42a6-8236-b1fece234554" providerId="ADAL" clId="{AA238DCD-200E-4353-ACFC-FFF94EB236E8}" dt="2025-12-15T20:14:16.335" v="982" actId="14100"/>
          <ac:picMkLst>
            <pc:docMk/>
            <pc:sldMk cId="900142489" sldId="269"/>
            <ac:picMk id="9" creationId="{D58A3D4A-B2F0-F97F-1C16-175392A8A46B}"/>
          </ac:picMkLst>
        </pc:picChg>
        <pc:picChg chg="add del mod">
          <ac:chgData name="ANDRES ROQUES SANCHEZ" userId="ccf8582d-5392-42a6-8236-b1fece234554" providerId="ADAL" clId="{AA238DCD-200E-4353-ACFC-FFF94EB236E8}" dt="2025-12-15T20:15:27.705" v="993" actId="478"/>
          <ac:picMkLst>
            <pc:docMk/>
            <pc:sldMk cId="900142489" sldId="269"/>
            <ac:picMk id="10" creationId="{85D1A47B-C6D1-6952-6249-1C5A4EB48DE3}"/>
          </ac:picMkLst>
        </pc:picChg>
        <pc:picChg chg="add mod modCrop">
          <ac:chgData name="ANDRES ROQUES SANCHEZ" userId="ccf8582d-5392-42a6-8236-b1fece234554" providerId="ADAL" clId="{AA238DCD-200E-4353-ACFC-FFF94EB236E8}" dt="2025-12-15T20:16:21.450" v="1007" actId="1076"/>
          <ac:picMkLst>
            <pc:docMk/>
            <pc:sldMk cId="900142489" sldId="269"/>
            <ac:picMk id="12" creationId="{2003EF21-95AF-1AFF-29B9-4D102089A262}"/>
          </ac:picMkLst>
        </pc:picChg>
        <pc:picChg chg="add mod">
          <ac:chgData name="ANDRES ROQUES SANCHEZ" userId="ccf8582d-5392-42a6-8236-b1fece234554" providerId="ADAL" clId="{AA238DCD-200E-4353-ACFC-FFF94EB236E8}" dt="2025-12-15T20:22:53.276" v="1115" actId="1076"/>
          <ac:picMkLst>
            <pc:docMk/>
            <pc:sldMk cId="900142489" sldId="269"/>
            <ac:picMk id="13" creationId="{DFD6EB27-39FF-B48A-94A9-BC8352F29179}"/>
          </ac:picMkLst>
        </pc:picChg>
        <pc:picChg chg="mod">
          <ac:chgData name="ANDRES ROQUES SANCHEZ" userId="ccf8582d-5392-42a6-8236-b1fece234554" providerId="ADAL" clId="{AA238DCD-200E-4353-ACFC-FFF94EB236E8}" dt="2025-12-15T20:14:13.354" v="981" actId="1076"/>
          <ac:picMkLst>
            <pc:docMk/>
            <pc:sldMk cId="900142489" sldId="269"/>
            <ac:picMk id="14" creationId="{820E92AA-7945-9043-01B9-3C19466EFF91}"/>
          </ac:picMkLst>
        </pc:picChg>
        <pc:picChg chg="add mod">
          <ac:chgData name="ANDRES ROQUES SANCHEZ" userId="ccf8582d-5392-42a6-8236-b1fece234554" providerId="ADAL" clId="{AA238DCD-200E-4353-ACFC-FFF94EB236E8}" dt="2025-12-15T20:22:53.276" v="1115" actId="1076"/>
          <ac:picMkLst>
            <pc:docMk/>
            <pc:sldMk cId="900142489" sldId="269"/>
            <ac:picMk id="16" creationId="{BF49E2ED-8FBD-0BE9-3B99-010CF4897803}"/>
          </ac:picMkLst>
        </pc:picChg>
        <pc:picChg chg="add mod">
          <ac:chgData name="ANDRES ROQUES SANCHEZ" userId="ccf8582d-5392-42a6-8236-b1fece234554" providerId="ADAL" clId="{AA238DCD-200E-4353-ACFC-FFF94EB236E8}" dt="2025-12-15T20:22:53.276" v="1115" actId="1076"/>
          <ac:picMkLst>
            <pc:docMk/>
            <pc:sldMk cId="900142489" sldId="269"/>
            <ac:picMk id="19" creationId="{A0AC9790-55AB-D9CB-9BE1-51250FF2436E}"/>
          </ac:picMkLst>
        </pc:picChg>
        <pc:picChg chg="add mod">
          <ac:chgData name="ANDRES ROQUES SANCHEZ" userId="ccf8582d-5392-42a6-8236-b1fece234554" providerId="ADAL" clId="{AA238DCD-200E-4353-ACFC-FFF94EB236E8}" dt="2025-12-15T20:22:53.276" v="1115" actId="1076"/>
          <ac:picMkLst>
            <pc:docMk/>
            <pc:sldMk cId="900142489" sldId="269"/>
            <ac:picMk id="20" creationId="{75507489-13D7-B479-376F-8034AFF9F679}"/>
          </ac:picMkLst>
        </pc:picChg>
        <pc:picChg chg="add mod">
          <ac:chgData name="ANDRES ROQUES SANCHEZ" userId="ccf8582d-5392-42a6-8236-b1fece234554" providerId="ADAL" clId="{AA238DCD-200E-4353-ACFC-FFF94EB236E8}" dt="2025-12-15T20:22:53.276" v="1115" actId="1076"/>
          <ac:picMkLst>
            <pc:docMk/>
            <pc:sldMk cId="900142489" sldId="269"/>
            <ac:picMk id="22" creationId="{BC9359DE-A1C6-51E2-EEA8-EF917BD7D131}"/>
          </ac:picMkLst>
        </pc:picChg>
        <pc:picChg chg="del">
          <ac:chgData name="ANDRES ROQUES SANCHEZ" userId="ccf8582d-5392-42a6-8236-b1fece234554" providerId="ADAL" clId="{AA238DCD-200E-4353-ACFC-FFF94EB236E8}" dt="2025-12-15T20:11:42.414" v="925" actId="478"/>
          <ac:picMkLst>
            <pc:docMk/>
            <pc:sldMk cId="900142489" sldId="269"/>
            <ac:picMk id="23" creationId="{F1066FE9-9A12-DC03-CC6A-D9C631BE86E1}"/>
          </ac:picMkLst>
        </pc:picChg>
        <pc:picChg chg="add mod">
          <ac:chgData name="ANDRES ROQUES SANCHEZ" userId="ccf8582d-5392-42a6-8236-b1fece234554" providerId="ADAL" clId="{AA238DCD-200E-4353-ACFC-FFF94EB236E8}" dt="2025-12-15T20:22:53.276" v="1115" actId="1076"/>
          <ac:picMkLst>
            <pc:docMk/>
            <pc:sldMk cId="900142489" sldId="269"/>
            <ac:picMk id="24" creationId="{B127FF38-DB96-A8A4-80EC-AEA8ADDFA66D}"/>
          </ac:picMkLst>
        </pc:picChg>
        <pc:picChg chg="add mod">
          <ac:chgData name="ANDRES ROQUES SANCHEZ" userId="ccf8582d-5392-42a6-8236-b1fece234554" providerId="ADAL" clId="{AA238DCD-200E-4353-ACFC-FFF94EB236E8}" dt="2025-12-15T20:22:53.276" v="1115" actId="1076"/>
          <ac:picMkLst>
            <pc:docMk/>
            <pc:sldMk cId="900142489" sldId="269"/>
            <ac:picMk id="28" creationId="{8B6819FF-4C23-6E01-C75F-27AE75CE75AF}"/>
          </ac:picMkLst>
        </pc:picChg>
        <pc:picChg chg="add mod">
          <ac:chgData name="ANDRES ROQUES SANCHEZ" userId="ccf8582d-5392-42a6-8236-b1fece234554" providerId="ADAL" clId="{AA238DCD-200E-4353-ACFC-FFF94EB236E8}" dt="2025-12-15T20:22:53.276" v="1115" actId="1076"/>
          <ac:picMkLst>
            <pc:docMk/>
            <pc:sldMk cId="900142489" sldId="269"/>
            <ac:picMk id="30" creationId="{6D2C3550-6E6C-6E7C-B607-CD704344704E}"/>
          </ac:picMkLst>
        </pc:picChg>
        <pc:picChg chg="add del">
          <ac:chgData name="ANDRES ROQUES SANCHEZ" userId="ccf8582d-5392-42a6-8236-b1fece234554" providerId="ADAL" clId="{AA238DCD-200E-4353-ACFC-FFF94EB236E8}" dt="2025-12-15T22:35:20.137" v="2461" actId="478"/>
          <ac:picMkLst>
            <pc:docMk/>
            <pc:sldMk cId="900142489" sldId="269"/>
            <ac:picMk id="31" creationId="{604F7BE6-8E35-72CC-AE66-5FD7485CC80B}"/>
          </ac:picMkLst>
        </pc:picChg>
        <pc:picChg chg="add del">
          <ac:chgData name="ANDRES ROQUES SANCHEZ" userId="ccf8582d-5392-42a6-8236-b1fece234554" providerId="ADAL" clId="{AA238DCD-200E-4353-ACFC-FFF94EB236E8}" dt="2025-12-15T22:35:20.137" v="2461" actId="478"/>
          <ac:picMkLst>
            <pc:docMk/>
            <pc:sldMk cId="900142489" sldId="269"/>
            <ac:picMk id="32" creationId="{8E0CD8FB-C809-3574-35C5-13CB68F89B23}"/>
          </ac:picMkLst>
        </pc:picChg>
        <pc:picChg chg="add del">
          <ac:chgData name="ANDRES ROQUES SANCHEZ" userId="ccf8582d-5392-42a6-8236-b1fece234554" providerId="ADAL" clId="{AA238DCD-200E-4353-ACFC-FFF94EB236E8}" dt="2025-12-15T22:35:20.137" v="2461" actId="478"/>
          <ac:picMkLst>
            <pc:docMk/>
            <pc:sldMk cId="900142489" sldId="269"/>
            <ac:picMk id="33" creationId="{D5122B67-BAEC-506D-1545-379E9AF53302}"/>
          </ac:picMkLst>
        </pc:picChg>
        <pc:picChg chg="add mod">
          <ac:chgData name="ANDRES ROQUES SANCHEZ" userId="ccf8582d-5392-42a6-8236-b1fece234554" providerId="ADAL" clId="{AA238DCD-200E-4353-ACFC-FFF94EB236E8}" dt="2025-12-15T22:39:45.612" v="2681" actId="1076"/>
          <ac:picMkLst>
            <pc:docMk/>
            <pc:sldMk cId="900142489" sldId="269"/>
            <ac:picMk id="35" creationId="{F40AF1B8-63AC-69BC-87B1-B2FFDEA98F81}"/>
          </ac:picMkLst>
        </pc:picChg>
        <pc:picChg chg="add mod">
          <ac:chgData name="ANDRES ROQUES SANCHEZ" userId="ccf8582d-5392-42a6-8236-b1fece234554" providerId="ADAL" clId="{AA238DCD-200E-4353-ACFC-FFF94EB236E8}" dt="2025-12-15T22:39:45.612" v="2681" actId="1076"/>
          <ac:picMkLst>
            <pc:docMk/>
            <pc:sldMk cId="900142489" sldId="269"/>
            <ac:picMk id="36" creationId="{4B5E5FFD-EA98-F0D2-C530-31D9B9A20B09}"/>
          </ac:picMkLst>
        </pc:picChg>
        <pc:picChg chg="add mod">
          <ac:chgData name="ANDRES ROQUES SANCHEZ" userId="ccf8582d-5392-42a6-8236-b1fece234554" providerId="ADAL" clId="{AA238DCD-200E-4353-ACFC-FFF94EB236E8}" dt="2025-12-15T22:39:45.612" v="2681" actId="1076"/>
          <ac:picMkLst>
            <pc:docMk/>
            <pc:sldMk cId="900142489" sldId="269"/>
            <ac:picMk id="37" creationId="{4D31A1B0-19A1-A17B-DB4F-EB027A3643AD}"/>
          </ac:picMkLst>
        </pc:picChg>
        <pc:picChg chg="del">
          <ac:chgData name="ANDRES ROQUES SANCHEZ" userId="ccf8582d-5392-42a6-8236-b1fece234554" providerId="ADAL" clId="{AA238DCD-200E-4353-ACFC-FFF94EB236E8}" dt="2025-12-15T20:11:23.388" v="920" actId="478"/>
          <ac:picMkLst>
            <pc:docMk/>
            <pc:sldMk cId="900142489" sldId="269"/>
            <ac:picMk id="38" creationId="{99D8D896-080A-6D1D-398D-1A0FAF9BDC0B}"/>
          </ac:picMkLst>
        </pc:picChg>
        <pc:picChg chg="add mod">
          <ac:chgData name="ANDRES ROQUES SANCHEZ" userId="ccf8582d-5392-42a6-8236-b1fece234554" providerId="ADAL" clId="{AA238DCD-200E-4353-ACFC-FFF94EB236E8}" dt="2025-12-15T22:39:45.612" v="2681" actId="1076"/>
          <ac:picMkLst>
            <pc:docMk/>
            <pc:sldMk cId="900142489" sldId="269"/>
            <ac:picMk id="39" creationId="{CE097D6A-7C0B-FD07-008E-ADE23A8A03AA}"/>
          </ac:picMkLst>
        </pc:picChg>
        <pc:picChg chg="add mod">
          <ac:chgData name="ANDRES ROQUES SANCHEZ" userId="ccf8582d-5392-42a6-8236-b1fece234554" providerId="ADAL" clId="{AA238DCD-200E-4353-ACFC-FFF94EB236E8}" dt="2025-12-15T22:39:45.612" v="2681" actId="1076"/>
          <ac:picMkLst>
            <pc:docMk/>
            <pc:sldMk cId="900142489" sldId="269"/>
            <ac:picMk id="40" creationId="{F62C603A-0142-C489-6558-64EBBCEBA1B8}"/>
          </ac:picMkLst>
        </pc:picChg>
        <pc:picChg chg="add mod">
          <ac:chgData name="ANDRES ROQUES SANCHEZ" userId="ccf8582d-5392-42a6-8236-b1fece234554" providerId="ADAL" clId="{AA238DCD-200E-4353-ACFC-FFF94EB236E8}" dt="2025-12-15T22:39:45.612" v="2681" actId="1076"/>
          <ac:picMkLst>
            <pc:docMk/>
            <pc:sldMk cId="900142489" sldId="269"/>
            <ac:picMk id="41" creationId="{C0F798BE-DCD9-EB9A-E38F-1F55DEA04ECA}"/>
          </ac:picMkLst>
        </pc:picChg>
        <pc:picChg chg="add del mod">
          <ac:chgData name="ANDRES ROQUES SANCHEZ" userId="ccf8582d-5392-42a6-8236-b1fece234554" providerId="ADAL" clId="{AA238DCD-200E-4353-ACFC-FFF94EB236E8}" dt="2025-12-15T22:35:27.329" v="2463" actId="478"/>
          <ac:picMkLst>
            <pc:docMk/>
            <pc:sldMk cId="900142489" sldId="269"/>
            <ac:picMk id="42" creationId="{3E0C453B-24E4-189C-08B1-F9A48FB4D686}"/>
          </ac:picMkLst>
        </pc:picChg>
        <pc:picChg chg="mod">
          <ac:chgData name="ANDRES ROQUES SANCHEZ" userId="ccf8582d-5392-42a6-8236-b1fece234554" providerId="ADAL" clId="{AA238DCD-200E-4353-ACFC-FFF94EB236E8}" dt="2025-12-15T22:39:45.612" v="2681" actId="1076"/>
          <ac:picMkLst>
            <pc:docMk/>
            <pc:sldMk cId="900142489" sldId="269"/>
            <ac:picMk id="43" creationId="{E69F0097-CDCC-DA1C-2678-162CBC09683F}"/>
          </ac:picMkLst>
        </pc:picChg>
        <pc:picChg chg="add mod">
          <ac:chgData name="ANDRES ROQUES SANCHEZ" userId="ccf8582d-5392-42a6-8236-b1fece234554" providerId="ADAL" clId="{AA238DCD-200E-4353-ACFC-FFF94EB236E8}" dt="2025-12-15T22:39:45.612" v="2681" actId="1076"/>
          <ac:picMkLst>
            <pc:docMk/>
            <pc:sldMk cId="900142489" sldId="269"/>
            <ac:picMk id="44" creationId="{7FFB7C89-A0BB-CD6B-8FAA-16D76B435E6F}"/>
          </ac:picMkLst>
        </pc:picChg>
        <pc:picChg chg="add mod">
          <ac:chgData name="ANDRES ROQUES SANCHEZ" userId="ccf8582d-5392-42a6-8236-b1fece234554" providerId="ADAL" clId="{AA238DCD-200E-4353-ACFC-FFF94EB236E8}" dt="2025-12-15T22:39:52.854" v="2683" actId="1076"/>
          <ac:picMkLst>
            <pc:docMk/>
            <pc:sldMk cId="900142489" sldId="269"/>
            <ac:picMk id="46" creationId="{C98A7567-A9F6-584C-B61B-6D603465543D}"/>
          </ac:picMkLst>
        </pc:picChg>
      </pc:sldChg>
      <pc:sldChg chg="del">
        <pc:chgData name="ANDRES ROQUES SANCHEZ" userId="ccf8582d-5392-42a6-8236-b1fece234554" providerId="ADAL" clId="{AA238DCD-200E-4353-ACFC-FFF94EB236E8}" dt="2025-12-14T19:54:19.507" v="526" actId="47"/>
        <pc:sldMkLst>
          <pc:docMk/>
          <pc:sldMk cId="210742461" sldId="270"/>
        </pc:sldMkLst>
      </pc:sldChg>
      <pc:sldChg chg="addSp delSp modSp add mod ord delAnim">
        <pc:chgData name="ANDRES ROQUES SANCHEZ" userId="ccf8582d-5392-42a6-8236-b1fece234554" providerId="ADAL" clId="{AA238DCD-200E-4353-ACFC-FFF94EB236E8}" dt="2025-12-15T22:44:01.274" v="2852" actId="1076"/>
        <pc:sldMkLst>
          <pc:docMk/>
          <pc:sldMk cId="3904460249" sldId="271"/>
        </pc:sldMkLst>
        <pc:spChg chg="mod">
          <ac:chgData name="ANDRES ROQUES SANCHEZ" userId="ccf8582d-5392-42a6-8236-b1fece234554" providerId="ADAL" clId="{AA238DCD-200E-4353-ACFC-FFF94EB236E8}" dt="2025-12-14T19:54:16.647" v="525" actId="20577"/>
          <ac:spMkLst>
            <pc:docMk/>
            <pc:sldMk cId="3904460249" sldId="271"/>
            <ac:spMk id="2" creationId="{5B683C28-AF1C-D01E-0285-62023892C09A}"/>
          </ac:spMkLst>
        </pc:spChg>
        <pc:spChg chg="add mod">
          <ac:chgData name="ANDRES ROQUES SANCHEZ" userId="ccf8582d-5392-42a6-8236-b1fece234554" providerId="ADAL" clId="{AA238DCD-200E-4353-ACFC-FFF94EB236E8}" dt="2025-12-14T19:55:31.990" v="680" actId="20577"/>
          <ac:spMkLst>
            <pc:docMk/>
            <pc:sldMk cId="3904460249" sldId="271"/>
            <ac:spMk id="4" creationId="{2CB60CAE-1674-4696-7896-CD7BE428EE50}"/>
          </ac:spMkLst>
        </pc:spChg>
        <pc:spChg chg="del">
          <ac:chgData name="ANDRES ROQUES SANCHEZ" userId="ccf8582d-5392-42a6-8236-b1fece234554" providerId="ADAL" clId="{AA238DCD-200E-4353-ACFC-FFF94EB236E8}" dt="2025-12-14T19:54:12.632" v="519" actId="478"/>
          <ac:spMkLst>
            <pc:docMk/>
            <pc:sldMk cId="3904460249" sldId="271"/>
            <ac:spMk id="13" creationId="{ACC40A3D-894E-5082-8CFD-4B9A73F0F7F6}"/>
          </ac:spMkLst>
        </pc:spChg>
        <pc:picChg chg="mod">
          <ac:chgData name="ANDRES ROQUES SANCHEZ" userId="ccf8582d-5392-42a6-8236-b1fece234554" providerId="ADAL" clId="{AA238DCD-200E-4353-ACFC-FFF94EB236E8}" dt="2025-12-15T22:44:01.274" v="2852" actId="1076"/>
          <ac:picMkLst>
            <pc:docMk/>
            <pc:sldMk cId="3904460249" sldId="271"/>
            <ac:picMk id="5" creationId="{D3FB1757-6EE0-7A0B-B32A-DFDDA71A6E91}"/>
          </ac:picMkLst>
        </pc:picChg>
        <pc:picChg chg="del">
          <ac:chgData name="ANDRES ROQUES SANCHEZ" userId="ccf8582d-5392-42a6-8236-b1fece234554" providerId="ADAL" clId="{AA238DCD-200E-4353-ACFC-FFF94EB236E8}" dt="2025-12-14T19:54:12.632" v="519" actId="478"/>
          <ac:picMkLst>
            <pc:docMk/>
            <pc:sldMk cId="3904460249" sldId="271"/>
            <ac:picMk id="6" creationId="{80A0C731-E19B-7776-DFD1-E6AAF3BB9247}"/>
          </ac:picMkLst>
        </pc:picChg>
        <pc:picChg chg="del">
          <ac:chgData name="ANDRES ROQUES SANCHEZ" userId="ccf8582d-5392-42a6-8236-b1fece234554" providerId="ADAL" clId="{AA238DCD-200E-4353-ACFC-FFF94EB236E8}" dt="2025-12-14T19:54:12.632" v="519" actId="478"/>
          <ac:picMkLst>
            <pc:docMk/>
            <pc:sldMk cId="3904460249" sldId="271"/>
            <ac:picMk id="7" creationId="{E456DCA6-B63E-9C66-73F8-7CB0A0A9EEA2}"/>
          </ac:picMkLst>
        </pc:picChg>
        <pc:picChg chg="del">
          <ac:chgData name="ANDRES ROQUES SANCHEZ" userId="ccf8582d-5392-42a6-8236-b1fece234554" providerId="ADAL" clId="{AA238DCD-200E-4353-ACFC-FFF94EB236E8}" dt="2025-12-14T19:54:12.632" v="519" actId="478"/>
          <ac:picMkLst>
            <pc:docMk/>
            <pc:sldMk cId="3904460249" sldId="271"/>
            <ac:picMk id="8" creationId="{EBD870DE-B660-8794-9F91-3C9756627791}"/>
          </ac:picMkLst>
        </pc:picChg>
        <pc:picChg chg="del">
          <ac:chgData name="ANDRES ROQUES SANCHEZ" userId="ccf8582d-5392-42a6-8236-b1fece234554" providerId="ADAL" clId="{AA238DCD-200E-4353-ACFC-FFF94EB236E8}" dt="2025-12-14T19:54:12.632" v="519" actId="478"/>
          <ac:picMkLst>
            <pc:docMk/>
            <pc:sldMk cId="3904460249" sldId="271"/>
            <ac:picMk id="10" creationId="{1F43F8BC-0BEC-FCCD-05A0-224C1A35B3A8}"/>
          </ac:picMkLst>
        </pc:picChg>
        <pc:picChg chg="del">
          <ac:chgData name="ANDRES ROQUES SANCHEZ" userId="ccf8582d-5392-42a6-8236-b1fece234554" providerId="ADAL" clId="{AA238DCD-200E-4353-ACFC-FFF94EB236E8}" dt="2025-12-14T19:54:12.632" v="519" actId="478"/>
          <ac:picMkLst>
            <pc:docMk/>
            <pc:sldMk cId="3904460249" sldId="271"/>
            <ac:picMk id="11" creationId="{5202EDCD-8BBB-ADC0-D341-3A4BAE4F0BD8}"/>
          </ac:picMkLst>
        </pc:picChg>
        <pc:picChg chg="del">
          <ac:chgData name="ANDRES ROQUES SANCHEZ" userId="ccf8582d-5392-42a6-8236-b1fece234554" providerId="ADAL" clId="{AA238DCD-200E-4353-ACFC-FFF94EB236E8}" dt="2025-12-14T19:54:12.632" v="519" actId="478"/>
          <ac:picMkLst>
            <pc:docMk/>
            <pc:sldMk cId="3904460249" sldId="271"/>
            <ac:picMk id="12" creationId="{93013B4D-E5A5-9BDA-E99B-1F5FD887555E}"/>
          </ac:picMkLst>
        </pc:picChg>
        <pc:picChg chg="del">
          <ac:chgData name="ANDRES ROQUES SANCHEZ" userId="ccf8582d-5392-42a6-8236-b1fece234554" providerId="ADAL" clId="{AA238DCD-200E-4353-ACFC-FFF94EB236E8}" dt="2025-12-14T19:54:12.632" v="519" actId="478"/>
          <ac:picMkLst>
            <pc:docMk/>
            <pc:sldMk cId="3904460249" sldId="271"/>
            <ac:picMk id="14" creationId="{94C70C9D-1E01-BD47-3E59-635C3AC5C83E}"/>
          </ac:picMkLst>
        </pc:picChg>
        <pc:picChg chg="del">
          <ac:chgData name="ANDRES ROQUES SANCHEZ" userId="ccf8582d-5392-42a6-8236-b1fece234554" providerId="ADAL" clId="{AA238DCD-200E-4353-ACFC-FFF94EB236E8}" dt="2025-12-14T19:54:12.632" v="519" actId="478"/>
          <ac:picMkLst>
            <pc:docMk/>
            <pc:sldMk cId="3904460249" sldId="271"/>
            <ac:picMk id="16" creationId="{783AD7D8-B5FF-9DBE-DC2A-32DCDBC65044}"/>
          </ac:picMkLst>
        </pc:picChg>
      </pc:sldChg>
      <pc:sldChg chg="addSp delSp modSp add mod addAnim delAnim modAnim">
        <pc:chgData name="ANDRES ROQUES SANCHEZ" userId="ccf8582d-5392-42a6-8236-b1fece234554" providerId="ADAL" clId="{AA238DCD-200E-4353-ACFC-FFF94EB236E8}" dt="2025-12-15T22:44:48.218" v="2853"/>
        <pc:sldMkLst>
          <pc:docMk/>
          <pc:sldMk cId="2179784550" sldId="272"/>
        </pc:sldMkLst>
        <pc:spChg chg="mod">
          <ac:chgData name="ANDRES ROQUES SANCHEZ" userId="ccf8582d-5392-42a6-8236-b1fece234554" providerId="ADAL" clId="{AA238DCD-200E-4353-ACFC-FFF94EB236E8}" dt="2025-12-14T19:54:44.731" v="586" actId="20577"/>
          <ac:spMkLst>
            <pc:docMk/>
            <pc:sldMk cId="2179784550" sldId="272"/>
            <ac:spMk id="2" creationId="{FCDDA24B-5B63-8EB0-F36C-E3EE987B106E}"/>
          </ac:spMkLst>
        </pc:spChg>
        <pc:spChg chg="add del">
          <ac:chgData name="ANDRES ROQUES SANCHEZ" userId="ccf8582d-5392-42a6-8236-b1fece234554" providerId="ADAL" clId="{AA238DCD-200E-4353-ACFC-FFF94EB236E8}" dt="2025-12-15T19:50:46.279" v="721" actId="478"/>
          <ac:spMkLst>
            <pc:docMk/>
            <pc:sldMk cId="2179784550" sldId="272"/>
            <ac:spMk id="4" creationId="{36337E6F-0E41-35F9-94EB-4574A61369F8}"/>
          </ac:spMkLst>
        </pc:spChg>
        <pc:graphicFrameChg chg="add mod">
          <ac:chgData name="ANDRES ROQUES SANCHEZ" userId="ccf8582d-5392-42a6-8236-b1fece234554" providerId="ADAL" clId="{AA238DCD-200E-4353-ACFC-FFF94EB236E8}" dt="2025-12-15T19:49:12.601" v="707"/>
          <ac:graphicFrameMkLst>
            <pc:docMk/>
            <pc:sldMk cId="2179784550" sldId="272"/>
            <ac:graphicFrameMk id="3" creationId="{C060981E-40F3-E796-3091-0E027DAB75DA}"/>
          </ac:graphicFrameMkLst>
        </pc:graphicFrameChg>
        <pc:picChg chg="add del mod">
          <ac:chgData name="ANDRES ROQUES SANCHEZ" userId="ccf8582d-5392-42a6-8236-b1fece234554" providerId="ADAL" clId="{AA238DCD-200E-4353-ACFC-FFF94EB236E8}" dt="2025-12-15T19:49:46.376" v="714" actId="478"/>
          <ac:picMkLst>
            <pc:docMk/>
            <pc:sldMk cId="2179784550" sldId="272"/>
            <ac:picMk id="7" creationId="{7D2CA5A9-82D6-C03B-F1D9-869E89EA4F9C}"/>
          </ac:picMkLst>
        </pc:picChg>
        <pc:picChg chg="add del mod">
          <ac:chgData name="ANDRES ROQUES SANCHEZ" userId="ccf8582d-5392-42a6-8236-b1fece234554" providerId="ADAL" clId="{AA238DCD-200E-4353-ACFC-FFF94EB236E8}" dt="2025-12-15T19:53:14.671" v="744" actId="478"/>
          <ac:picMkLst>
            <pc:docMk/>
            <pc:sldMk cId="2179784550" sldId="272"/>
            <ac:picMk id="9" creationId="{423CE430-5F0B-039E-42D4-099A53E63872}"/>
          </ac:picMkLst>
        </pc:picChg>
        <pc:picChg chg="add mod">
          <ac:chgData name="ANDRES ROQUES SANCHEZ" userId="ccf8582d-5392-42a6-8236-b1fece234554" providerId="ADAL" clId="{AA238DCD-200E-4353-ACFC-FFF94EB236E8}" dt="2025-12-15T20:02:30.447" v="816" actId="1076"/>
          <ac:picMkLst>
            <pc:docMk/>
            <pc:sldMk cId="2179784550" sldId="272"/>
            <ac:picMk id="11" creationId="{6115139E-6F08-E284-0101-0AD864823B26}"/>
          </ac:picMkLst>
        </pc:picChg>
        <pc:picChg chg="add mod">
          <ac:chgData name="ANDRES ROQUES SANCHEZ" userId="ccf8582d-5392-42a6-8236-b1fece234554" providerId="ADAL" clId="{AA238DCD-200E-4353-ACFC-FFF94EB236E8}" dt="2025-12-15T20:02:30.447" v="816" actId="1076"/>
          <ac:picMkLst>
            <pc:docMk/>
            <pc:sldMk cId="2179784550" sldId="272"/>
            <ac:picMk id="13" creationId="{D68EEA1C-B095-AD6C-C1A4-5C0CBC3F0BDF}"/>
          </ac:picMkLst>
        </pc:picChg>
        <pc:picChg chg="add mod">
          <ac:chgData name="ANDRES ROQUES SANCHEZ" userId="ccf8582d-5392-42a6-8236-b1fece234554" providerId="ADAL" clId="{AA238DCD-200E-4353-ACFC-FFF94EB236E8}" dt="2025-12-15T20:02:30.447" v="816" actId="1076"/>
          <ac:picMkLst>
            <pc:docMk/>
            <pc:sldMk cId="2179784550" sldId="272"/>
            <ac:picMk id="15" creationId="{94ADCE05-FA55-15A9-A25B-A70304D89FD0}"/>
          </ac:picMkLst>
        </pc:picChg>
        <pc:picChg chg="add mod">
          <ac:chgData name="ANDRES ROQUES SANCHEZ" userId="ccf8582d-5392-42a6-8236-b1fece234554" providerId="ADAL" clId="{AA238DCD-200E-4353-ACFC-FFF94EB236E8}" dt="2025-12-15T20:02:30.447" v="816" actId="1076"/>
          <ac:picMkLst>
            <pc:docMk/>
            <pc:sldMk cId="2179784550" sldId="272"/>
            <ac:picMk id="17" creationId="{20CEC8E8-81F8-01C7-0146-4297F9910BA3}"/>
          </ac:picMkLst>
        </pc:picChg>
        <pc:picChg chg="add del mod">
          <ac:chgData name="ANDRES ROQUES SANCHEZ" userId="ccf8582d-5392-42a6-8236-b1fece234554" providerId="ADAL" clId="{AA238DCD-200E-4353-ACFC-FFF94EB236E8}" dt="2025-12-15T19:58:26.827" v="774" actId="478"/>
          <ac:picMkLst>
            <pc:docMk/>
            <pc:sldMk cId="2179784550" sldId="272"/>
            <ac:picMk id="19" creationId="{964E530C-1D1A-74CE-8392-884C59EA84F4}"/>
          </ac:picMkLst>
        </pc:picChg>
        <pc:picChg chg="add mod">
          <ac:chgData name="ANDRES ROQUES SANCHEZ" userId="ccf8582d-5392-42a6-8236-b1fece234554" providerId="ADAL" clId="{AA238DCD-200E-4353-ACFC-FFF94EB236E8}" dt="2025-12-15T20:02:30.447" v="816" actId="1076"/>
          <ac:picMkLst>
            <pc:docMk/>
            <pc:sldMk cId="2179784550" sldId="272"/>
            <ac:picMk id="21" creationId="{1ABF689D-D571-362C-4CA5-850EC77A569A}"/>
          </ac:picMkLst>
        </pc:picChg>
        <pc:picChg chg="add mod">
          <ac:chgData name="ANDRES ROQUES SANCHEZ" userId="ccf8582d-5392-42a6-8236-b1fece234554" providerId="ADAL" clId="{AA238DCD-200E-4353-ACFC-FFF94EB236E8}" dt="2025-12-15T20:02:33.464" v="817" actId="1076"/>
          <ac:picMkLst>
            <pc:docMk/>
            <pc:sldMk cId="2179784550" sldId="272"/>
            <ac:picMk id="23" creationId="{2CB386F2-BCDA-E0C1-66B6-76245AC7683B}"/>
          </ac:picMkLst>
        </pc:picChg>
        <pc:picChg chg="add mod">
          <ac:chgData name="ANDRES ROQUES SANCHEZ" userId="ccf8582d-5392-42a6-8236-b1fece234554" providerId="ADAL" clId="{AA238DCD-200E-4353-ACFC-FFF94EB236E8}" dt="2025-12-15T20:02:30.447" v="816" actId="1076"/>
          <ac:picMkLst>
            <pc:docMk/>
            <pc:sldMk cId="2179784550" sldId="272"/>
            <ac:picMk id="25" creationId="{DA024A03-D0FC-FDAD-CDCA-0916B82BCE5E}"/>
          </ac:picMkLst>
        </pc:picChg>
        <pc:picChg chg="add mod">
          <ac:chgData name="ANDRES ROQUES SANCHEZ" userId="ccf8582d-5392-42a6-8236-b1fece234554" providerId="ADAL" clId="{AA238DCD-200E-4353-ACFC-FFF94EB236E8}" dt="2025-12-15T20:02:30.447" v="816" actId="1076"/>
          <ac:picMkLst>
            <pc:docMk/>
            <pc:sldMk cId="2179784550" sldId="272"/>
            <ac:picMk id="27" creationId="{2E5390D1-685F-A669-6A88-104A0D93A372}"/>
          </ac:picMkLst>
        </pc:picChg>
        <pc:picChg chg="add mod">
          <ac:chgData name="ANDRES ROQUES SANCHEZ" userId="ccf8582d-5392-42a6-8236-b1fece234554" providerId="ADAL" clId="{AA238DCD-200E-4353-ACFC-FFF94EB236E8}" dt="2025-12-15T20:02:30.447" v="816" actId="1076"/>
          <ac:picMkLst>
            <pc:docMk/>
            <pc:sldMk cId="2179784550" sldId="272"/>
            <ac:picMk id="29" creationId="{3A3FCB1C-2776-407A-F6B3-B257A94AAEE2}"/>
          </ac:picMkLst>
        </pc:picChg>
        <pc:picChg chg="add mod">
          <ac:chgData name="ANDRES ROQUES SANCHEZ" userId="ccf8582d-5392-42a6-8236-b1fece234554" providerId="ADAL" clId="{AA238DCD-200E-4353-ACFC-FFF94EB236E8}" dt="2025-12-15T20:02:15.400" v="813" actId="1076"/>
          <ac:picMkLst>
            <pc:docMk/>
            <pc:sldMk cId="2179784550" sldId="272"/>
            <ac:picMk id="31" creationId="{83C9BFD3-A774-D972-7EEE-88D566C5B647}"/>
          </ac:picMkLst>
        </pc:picChg>
        <pc:picChg chg="add mod">
          <ac:chgData name="ANDRES ROQUES SANCHEZ" userId="ccf8582d-5392-42a6-8236-b1fece234554" providerId="ADAL" clId="{AA238DCD-200E-4353-ACFC-FFF94EB236E8}" dt="2025-12-15T19:50:38.581" v="717" actId="1076"/>
          <ac:picMkLst>
            <pc:docMk/>
            <pc:sldMk cId="2179784550" sldId="272"/>
            <ac:picMk id="1026" creationId="{8E44243A-65C7-27A5-0B52-B7ACF0B5DE39}"/>
          </ac:picMkLst>
        </pc:picChg>
        <pc:picChg chg="add mod">
          <ac:chgData name="ANDRES ROQUES SANCHEZ" userId="ccf8582d-5392-42a6-8236-b1fece234554" providerId="ADAL" clId="{AA238DCD-200E-4353-ACFC-FFF94EB236E8}" dt="2025-12-15T19:50:51.336" v="722" actId="1076"/>
          <ac:picMkLst>
            <pc:docMk/>
            <pc:sldMk cId="2179784550" sldId="272"/>
            <ac:picMk id="1028" creationId="{DE34BCFE-868A-4233-72FE-9460A1FFD33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E9EDC1-48F7-4F8C-801A-54C6F907A0A7}" type="datetimeFigureOut">
              <a:rPr lang="es-ES" smtClean="0"/>
              <a:t>15/12/2025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60B433-4E76-4D6F-A544-2AA04F2DD41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2595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0B433-4E76-4D6F-A544-2AA04F2DD41D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5363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738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590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281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69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277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745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177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915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410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45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002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970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microsoft.com/office/2007/relationships/hdphoto" Target="../media/hdphoto1.wdp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microsoft.com/office/2007/relationships/hdphoto" Target="../media/hdphoto1.wdp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4.png"/><Relationship Id="rId3" Type="http://schemas.openxmlformats.org/officeDocument/2006/relationships/image" Target="../media/image21.png"/><Relationship Id="rId7" Type="http://schemas.microsoft.com/office/2007/relationships/hdphoto" Target="../media/hdphoto2.wdp"/><Relationship Id="rId12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microsoft.com/office/2007/relationships/hdphoto" Target="../media/hdphoto3.wdp"/><Relationship Id="rId5" Type="http://schemas.openxmlformats.org/officeDocument/2006/relationships/image" Target="../media/image28.png"/><Relationship Id="rId10" Type="http://schemas.openxmlformats.org/officeDocument/2006/relationships/image" Target="../media/image32.png"/><Relationship Id="rId4" Type="http://schemas.microsoft.com/office/2007/relationships/hdphoto" Target="../media/hdphoto1.wdp"/><Relationship Id="rId9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1.png"/><Relationship Id="rId3" Type="http://schemas.openxmlformats.org/officeDocument/2006/relationships/image" Target="../media/image29.png"/><Relationship Id="rId7" Type="http://schemas.openxmlformats.org/officeDocument/2006/relationships/image" Target="../media/image36.png"/><Relationship Id="rId12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11" Type="http://schemas.microsoft.com/office/2007/relationships/hdphoto" Target="../media/hdphoto5.wdp"/><Relationship Id="rId5" Type="http://schemas.openxmlformats.org/officeDocument/2006/relationships/image" Target="../media/image35.png"/><Relationship Id="rId10" Type="http://schemas.openxmlformats.org/officeDocument/2006/relationships/image" Target="../media/image39.png"/><Relationship Id="rId4" Type="http://schemas.microsoft.com/office/2007/relationships/hdphoto" Target="../media/hdphoto2.wdp"/><Relationship Id="rId9" Type="http://schemas.openxmlformats.org/officeDocument/2006/relationships/image" Target="../media/image38.png"/><Relationship Id="rId14" Type="http://schemas.microsoft.com/office/2007/relationships/hdphoto" Target="../media/hdphoto6.wd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microsoft.com/office/2007/relationships/hdphoto" Target="../media/hdphoto9.wdp"/><Relationship Id="rId3" Type="http://schemas.openxmlformats.org/officeDocument/2006/relationships/image" Target="../media/image42.png"/><Relationship Id="rId7" Type="http://schemas.microsoft.com/office/2007/relationships/hdphoto" Target="../media/hdphoto8.wdp"/><Relationship Id="rId12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8.png"/><Relationship Id="rId5" Type="http://schemas.microsoft.com/office/2007/relationships/hdphoto" Target="../media/hdphoto7.wdp"/><Relationship Id="rId10" Type="http://schemas.openxmlformats.org/officeDocument/2006/relationships/image" Target="../media/image47.svg"/><Relationship Id="rId4" Type="http://schemas.openxmlformats.org/officeDocument/2006/relationships/image" Target="../media/image43.png"/><Relationship Id="rId9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microsoft.com/office/2007/relationships/hdphoto" Target="../media/hdphoto6.wdp"/><Relationship Id="rId3" Type="http://schemas.openxmlformats.org/officeDocument/2006/relationships/image" Target="../media/image1.png"/><Relationship Id="rId7" Type="http://schemas.microsoft.com/office/2007/relationships/hdphoto" Target="../media/hdphoto9.wdp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microsoft.com/office/2007/relationships/hdphoto" Target="../media/hdphoto2.wdp"/><Relationship Id="rId5" Type="http://schemas.microsoft.com/office/2007/relationships/hdphoto" Target="../media/hdphoto7.wdp"/><Relationship Id="rId10" Type="http://schemas.openxmlformats.org/officeDocument/2006/relationships/image" Target="../media/image29.png"/><Relationship Id="rId4" Type="http://schemas.openxmlformats.org/officeDocument/2006/relationships/image" Target="../media/image43.png"/><Relationship Id="rId9" Type="http://schemas.microsoft.com/office/2007/relationships/hdphoto" Target="../media/hdphoto10.wd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21208" y="4354633"/>
            <a:ext cx="3397649" cy="2228450"/>
          </a:xfrm>
        </p:spPr>
        <p:txBody>
          <a:bodyPr anchor="t">
            <a:normAutofit/>
          </a:bodyPr>
          <a:lstStyle/>
          <a:p>
            <a:r>
              <a:rPr lang="es-ES" b="1" i="0"/>
              <a:t>Andrés Roques Sánchez</a:t>
            </a:r>
          </a:p>
          <a:p>
            <a:r>
              <a:rPr lang="es-ES" b="1" i="0"/>
              <a:t>Jorge Velasco de María</a:t>
            </a:r>
          </a:p>
          <a:p>
            <a:endParaRPr lang="es-ES" b="1" i="0"/>
          </a:p>
          <a:p>
            <a:r>
              <a:rPr lang="es-ES" b="1" i="0"/>
              <a:t>DAEM 2025-26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BB0DC322-EA25-7244-FA60-E13140D94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985" y="965741"/>
            <a:ext cx="5380268" cy="538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76E566-6D5E-D986-0401-3C08B2CC4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9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683C28-AF1C-D01E-0285-62023892C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5160" y="978408"/>
            <a:ext cx="4745736" cy="1463040"/>
          </a:xfrm>
        </p:spPr>
        <p:txBody>
          <a:bodyPr>
            <a:normAutofit/>
          </a:bodyPr>
          <a:lstStyle/>
          <a:p>
            <a:r>
              <a:rPr lang="es-ES"/>
              <a:t>Índice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D3FB1757-6EE0-7A0B-B32A-DFDDA71A6E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14" r="-3" b="-3"/>
          <a:stretch>
            <a:fillRect/>
          </a:stretch>
        </p:blipFill>
        <p:spPr>
          <a:xfrm>
            <a:off x="1570804" y="1313341"/>
            <a:ext cx="4129177" cy="4231312"/>
          </a:xfrm>
          <a:prstGeom prst="rect">
            <a:avLst/>
          </a:prstGeom>
        </p:spPr>
      </p:pic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6407" y="508090"/>
            <a:ext cx="4660733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CB60CAE-1674-4696-7896-CD7BE428E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5160" y="2578608"/>
            <a:ext cx="4672584" cy="3767328"/>
          </a:xfrm>
        </p:spPr>
        <p:txBody>
          <a:bodyPr>
            <a:normAutofit/>
          </a:bodyPr>
          <a:lstStyle/>
          <a:p>
            <a:r>
              <a:rPr lang="es-ES" b="1"/>
              <a:t>¿Cómo hemos trabajado en el proyecto?</a:t>
            </a:r>
          </a:p>
          <a:p>
            <a:r>
              <a:rPr lang="es-ES" b="1"/>
              <a:t>Ronda 0, prueba de simulación</a:t>
            </a:r>
          </a:p>
          <a:p>
            <a:r>
              <a:rPr lang="es-ES" b="1"/>
              <a:t>Ronda 1</a:t>
            </a:r>
          </a:p>
          <a:p>
            <a:r>
              <a:rPr lang="es-ES" b="1"/>
              <a:t>Ronda 2</a:t>
            </a:r>
          </a:p>
          <a:p>
            <a:r>
              <a:rPr lang="es-ES" b="1"/>
              <a:t>Ronda 3</a:t>
            </a:r>
          </a:p>
          <a:p>
            <a:r>
              <a:rPr lang="es-ES" b="1"/>
              <a:t>Ronda 4</a:t>
            </a:r>
          </a:p>
          <a:p>
            <a:r>
              <a:rPr lang="es-ES" b="1"/>
              <a:t>Ronda 5</a:t>
            </a:r>
          </a:p>
          <a:p>
            <a:r>
              <a:rPr lang="es-ES" b="1"/>
              <a:t>Rondas futuras y conclusiones</a:t>
            </a:r>
          </a:p>
          <a:p>
            <a:endParaRPr lang="es-ES"/>
          </a:p>
          <a:p>
            <a:endParaRPr lang="es-ES"/>
          </a:p>
          <a:p>
            <a:endParaRPr lang="es-ES"/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4460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68F5F-B8D0-012E-4FA0-5954908EF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DDA24B-5B63-8EB0-F36C-E3EE987B1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¿Cómo lo hemos trabajado?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9BED2B10-D9B8-9404-651C-793A236BB4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47" r="-1579" b="17895"/>
          <a:stretch>
            <a:fillRect/>
          </a:stretch>
        </p:blipFill>
        <p:spPr>
          <a:xfrm>
            <a:off x="10165749" y="653030"/>
            <a:ext cx="1529427" cy="953761"/>
          </a:xfrm>
          <a:prstGeom prst="rect">
            <a:avLst/>
          </a:prstGeom>
        </p:spPr>
      </p:pic>
      <p:pic>
        <p:nvPicPr>
          <p:cNvPr id="1026" name="Picture 2" descr="Microsoft Excel - Wikipedia, la enciclopedia libre">
            <a:extLst>
              <a:ext uri="{FF2B5EF4-FFF2-40B4-BE49-F238E27FC236}">
                <a16:creationId xmlns:a16="http://schemas.microsoft.com/office/drawing/2014/main" id="{8E44243A-65C7-27A5-0B52-B7ACF0B5D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071" y="4363997"/>
            <a:ext cx="1356290" cy="1395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icrosoft Teams - Wikipedia, la enciclopedia libre">
            <a:extLst>
              <a:ext uri="{FF2B5EF4-FFF2-40B4-BE49-F238E27FC236}">
                <a16:creationId xmlns:a16="http://schemas.microsoft.com/office/drawing/2014/main" id="{DE34BCFE-868A-4233-72FE-9460A1FFD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960" y="2264163"/>
            <a:ext cx="1321401" cy="1395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n 10" descr="Tabla&#10;&#10;El contenido generado por IA puede ser incorrecto.">
            <a:extLst>
              <a:ext uri="{FF2B5EF4-FFF2-40B4-BE49-F238E27FC236}">
                <a16:creationId xmlns:a16="http://schemas.microsoft.com/office/drawing/2014/main" id="{6115139E-6F08-E284-0101-0AD864823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7943" y="2479116"/>
            <a:ext cx="8464536" cy="2262597"/>
          </a:xfrm>
          <a:prstGeom prst="rect">
            <a:avLst/>
          </a:prstGeom>
        </p:spPr>
      </p:pic>
      <p:pic>
        <p:nvPicPr>
          <p:cNvPr id="13" name="Imagen 12" descr="Tabla&#10;&#10;El contenido generado por IA puede ser incorrecto.">
            <a:extLst>
              <a:ext uri="{FF2B5EF4-FFF2-40B4-BE49-F238E27FC236}">
                <a16:creationId xmlns:a16="http://schemas.microsoft.com/office/drawing/2014/main" id="{D68EEA1C-B095-AD6C-C1A4-5C0CBC3F0B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3742" y="1754096"/>
            <a:ext cx="6252510" cy="3717898"/>
          </a:xfrm>
          <a:prstGeom prst="rect">
            <a:avLst/>
          </a:prstGeom>
        </p:spPr>
      </p:pic>
      <p:pic>
        <p:nvPicPr>
          <p:cNvPr id="15" name="Imagen 14" descr="Tabla&#10;&#10;El contenido generado por IA puede ser incorrecto.">
            <a:extLst>
              <a:ext uri="{FF2B5EF4-FFF2-40B4-BE49-F238E27FC236}">
                <a16:creationId xmlns:a16="http://schemas.microsoft.com/office/drawing/2014/main" id="{94ADCE05-FA55-15A9-A25B-A70304D89F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6501" y="2153738"/>
            <a:ext cx="7787420" cy="3134702"/>
          </a:xfrm>
          <a:prstGeom prst="rect">
            <a:avLst/>
          </a:prstGeom>
        </p:spPr>
      </p:pic>
      <p:pic>
        <p:nvPicPr>
          <p:cNvPr id="17" name="Imagen 16" descr="Tabla&#10;&#10;El contenido generado por IA puede ser incorrecto.">
            <a:extLst>
              <a:ext uri="{FF2B5EF4-FFF2-40B4-BE49-F238E27FC236}">
                <a16:creationId xmlns:a16="http://schemas.microsoft.com/office/drawing/2014/main" id="{20CEC8E8-81F8-01C7-0146-4297F9910B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3385" y="1823439"/>
            <a:ext cx="8253652" cy="3573950"/>
          </a:xfrm>
          <a:prstGeom prst="rect">
            <a:avLst/>
          </a:prstGeom>
        </p:spPr>
      </p:pic>
      <p:pic>
        <p:nvPicPr>
          <p:cNvPr id="21" name="Imagen 20" descr="Tabla, Escala de tiempo&#10;&#10;El contenido generado por IA puede ser incorrecto.">
            <a:extLst>
              <a:ext uri="{FF2B5EF4-FFF2-40B4-BE49-F238E27FC236}">
                <a16:creationId xmlns:a16="http://schemas.microsoft.com/office/drawing/2014/main" id="{1ABF689D-D571-362C-4CA5-850EC77A56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7888" y="1884143"/>
            <a:ext cx="5144218" cy="4020111"/>
          </a:xfrm>
          <a:prstGeom prst="rect">
            <a:avLst/>
          </a:prstGeom>
        </p:spPr>
      </p:pic>
      <p:pic>
        <p:nvPicPr>
          <p:cNvPr id="23" name="Imagen 22" descr="Imagen que contiene interior, tabla, gabinete, escritorio&#10;&#10;El contenido generado por IA puede ser incorrecto.">
            <a:extLst>
              <a:ext uri="{FF2B5EF4-FFF2-40B4-BE49-F238E27FC236}">
                <a16:creationId xmlns:a16="http://schemas.microsoft.com/office/drawing/2014/main" id="{2CB386F2-BCDA-E0C1-66B6-76245AC7683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50037" y="2153738"/>
            <a:ext cx="9611603" cy="3145158"/>
          </a:xfrm>
          <a:prstGeom prst="rect">
            <a:avLst/>
          </a:prstGeom>
        </p:spPr>
      </p:pic>
      <p:pic>
        <p:nvPicPr>
          <p:cNvPr id="25" name="Imagen 24" descr="Tabla&#10;&#10;El contenido generado por IA puede ser incorrecto.">
            <a:extLst>
              <a:ext uri="{FF2B5EF4-FFF2-40B4-BE49-F238E27FC236}">
                <a16:creationId xmlns:a16="http://schemas.microsoft.com/office/drawing/2014/main" id="{DA024A03-D0FC-FDAD-CDCA-0916B82BCE5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79655" y="1976453"/>
            <a:ext cx="8170852" cy="3708756"/>
          </a:xfrm>
          <a:prstGeom prst="rect">
            <a:avLst/>
          </a:prstGeom>
        </p:spPr>
      </p:pic>
      <p:pic>
        <p:nvPicPr>
          <p:cNvPr id="27" name="Imagen 26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2E5390D1-685F-A669-6A88-104A0D93A37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51840" y="1754096"/>
            <a:ext cx="7581225" cy="4068855"/>
          </a:xfrm>
          <a:prstGeom prst="rect">
            <a:avLst/>
          </a:prstGeom>
        </p:spPr>
      </p:pic>
      <p:pic>
        <p:nvPicPr>
          <p:cNvPr id="29" name="Imagen 28" descr="Tabla&#10;&#10;El contenido generado por IA puede ser incorrecto.">
            <a:extLst>
              <a:ext uri="{FF2B5EF4-FFF2-40B4-BE49-F238E27FC236}">
                <a16:creationId xmlns:a16="http://schemas.microsoft.com/office/drawing/2014/main" id="{3A3FCB1C-2776-407A-F6B3-B257A94AAEE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92073" y="1815361"/>
            <a:ext cx="7068536" cy="4220164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83C9BFD3-A774-D972-7EEE-88D566C5B64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34226" y="6118739"/>
            <a:ext cx="10071719" cy="374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784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770EB6-1145-B73F-0A51-1FD9941C4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Ronda 0, prueba de simulación</a:t>
            </a:r>
          </a:p>
        </p:txBody>
      </p:sp>
      <p:pic>
        <p:nvPicPr>
          <p:cNvPr id="6" name="Marcador de contenido 5" descr="Imagen que contiene Mapa&#10;&#10;El contenido generado por IA puede ser incorrecto.">
            <a:extLst>
              <a:ext uri="{FF2B5EF4-FFF2-40B4-BE49-F238E27FC236}">
                <a16:creationId xmlns:a16="http://schemas.microsoft.com/office/drawing/2014/main" id="{4C19D573-04D5-1E03-3D96-23ACA28AF8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6571" y="2119167"/>
            <a:ext cx="2436601" cy="1862329"/>
          </a:xfrm>
          <a:prstGeom prst="rect">
            <a:avLst/>
          </a:prstGeom>
        </p:spPr>
      </p:pic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983EFAEB-99D1-61C2-2DCE-4FFBF0B1F0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947" r="-1579" b="17895"/>
          <a:stretch>
            <a:fillRect/>
          </a:stretch>
        </p:blipFill>
        <p:spPr>
          <a:xfrm>
            <a:off x="10165749" y="653030"/>
            <a:ext cx="1529427" cy="953761"/>
          </a:xfrm>
          <a:prstGeom prst="rect">
            <a:avLst/>
          </a:prstGeom>
        </p:spPr>
      </p:pic>
      <p:pic>
        <p:nvPicPr>
          <p:cNvPr id="7" name="Imagen 6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79C729E2-F454-BAE6-2772-A962B16B9E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5997" y="4980284"/>
            <a:ext cx="5099404" cy="495150"/>
          </a:xfrm>
          <a:prstGeom prst="rect">
            <a:avLst/>
          </a:prstGeom>
        </p:spPr>
      </p:pic>
      <p:pic>
        <p:nvPicPr>
          <p:cNvPr id="8" name="Imagen 7" descr="Aplicación, Tabla, Excel&#10;&#10;El contenido generado por IA puede ser incorrecto.">
            <a:extLst>
              <a:ext uri="{FF2B5EF4-FFF2-40B4-BE49-F238E27FC236}">
                <a16:creationId xmlns:a16="http://schemas.microsoft.com/office/drawing/2014/main" id="{70E81507-2C75-9FC7-A8D2-FB32E8BD36F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8596" r="3299" b="-508"/>
          <a:stretch>
            <a:fillRect/>
          </a:stretch>
        </p:blipFill>
        <p:spPr>
          <a:xfrm>
            <a:off x="9747214" y="1901696"/>
            <a:ext cx="833586" cy="2299124"/>
          </a:xfrm>
          <a:prstGeom prst="rect">
            <a:avLst/>
          </a:prstGeom>
        </p:spPr>
      </p:pic>
      <p:pic>
        <p:nvPicPr>
          <p:cNvPr id="10" name="Imagen 9" descr="Gráfico, Gráfico circular&#10;&#10;El contenido generado por IA puede ser incorrecto.">
            <a:extLst>
              <a:ext uri="{FF2B5EF4-FFF2-40B4-BE49-F238E27FC236}">
                <a16:creationId xmlns:a16="http://schemas.microsoft.com/office/drawing/2014/main" id="{E78E98CA-8A6F-F4D5-F066-0C610D93BF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6283" y="4394665"/>
            <a:ext cx="1698026" cy="1663014"/>
          </a:xfrm>
          <a:prstGeom prst="rect">
            <a:avLst/>
          </a:prstGeom>
        </p:spPr>
      </p:pic>
      <p:pic>
        <p:nvPicPr>
          <p:cNvPr id="11" name="Imagen 10" descr="Gráfico, Gráfico circular&#10;&#10;El contenido generado por IA puede ser incorrecto.">
            <a:extLst>
              <a:ext uri="{FF2B5EF4-FFF2-40B4-BE49-F238E27FC236}">
                <a16:creationId xmlns:a16="http://schemas.microsoft.com/office/drawing/2014/main" id="{A591DFBE-93D8-A742-D76F-F1272EAE24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8746" y="4480832"/>
            <a:ext cx="1588124" cy="1488621"/>
          </a:xfrm>
          <a:prstGeom prst="rect">
            <a:avLst/>
          </a:prstGeom>
        </p:spPr>
      </p:pic>
      <p:pic>
        <p:nvPicPr>
          <p:cNvPr id="12" name="Imagen 11" descr="Tabla, Excel&#10;&#10;El contenido generado por IA puede ser incorrecto.">
            <a:extLst>
              <a:ext uri="{FF2B5EF4-FFF2-40B4-BE49-F238E27FC236}">
                <a16:creationId xmlns:a16="http://schemas.microsoft.com/office/drawing/2014/main" id="{A8EA6D6E-B9B3-9912-95DB-6DA81577BD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9214" y="1971675"/>
            <a:ext cx="4278086" cy="2250621"/>
          </a:xfrm>
          <a:prstGeom prst="rect">
            <a:avLst/>
          </a:prstGeom>
        </p:spPr>
      </p:pic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B19C7051-4384-AD7C-67C5-4CCE7E25D7F5}"/>
              </a:ext>
            </a:extLst>
          </p:cNvPr>
          <p:cNvSpPr/>
          <p:nvPr/>
        </p:nvSpPr>
        <p:spPr>
          <a:xfrm>
            <a:off x="9019918" y="3076845"/>
            <a:ext cx="576908" cy="22893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4" name="Imagen 13" descr="Desesperacion: Más de 76,839 ilustraciones y dibujos de stock con licencia  libres de regalías | Shutterstock">
            <a:extLst>
              <a:ext uri="{FF2B5EF4-FFF2-40B4-BE49-F238E27FC236}">
                <a16:creationId xmlns:a16="http://schemas.microsoft.com/office/drawing/2014/main" id="{DEDF1E8C-9A2C-52BA-353C-5C381B96D26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709" r="-380" b="7394"/>
          <a:stretch>
            <a:fillRect/>
          </a:stretch>
        </p:blipFill>
        <p:spPr>
          <a:xfrm>
            <a:off x="520935" y="4391026"/>
            <a:ext cx="1695696" cy="1670082"/>
          </a:xfrm>
          <a:prstGeom prst="rect">
            <a:avLst/>
          </a:prstGeom>
        </p:spPr>
      </p:pic>
      <p:pic>
        <p:nvPicPr>
          <p:cNvPr id="16" name="Imagen 15" descr="Un dibujo de una fábrica de la que sale humo vector – Imagen de Planta en  Unsplash">
            <a:extLst>
              <a:ext uri="{FF2B5EF4-FFF2-40B4-BE49-F238E27FC236}">
                <a16:creationId xmlns:a16="http://schemas.microsoft.com/office/drawing/2014/main" id="{753B2080-5AD7-2509-1FC8-8357F288363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04119" y="2247899"/>
            <a:ext cx="668195" cy="681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689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710E5-C07D-CC46-9181-8EE9AFCAE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82BD30-AB1D-6D91-663A-604E8847F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Ronda 1, 2026</a:t>
            </a:r>
          </a:p>
        </p:txBody>
      </p:sp>
      <p:pic>
        <p:nvPicPr>
          <p:cNvPr id="6" name="Marcador de contenido 5" descr="Imagen que contiene Mapa&#10;&#10;El contenido generado por IA puede ser incorrecto.">
            <a:extLst>
              <a:ext uri="{FF2B5EF4-FFF2-40B4-BE49-F238E27FC236}">
                <a16:creationId xmlns:a16="http://schemas.microsoft.com/office/drawing/2014/main" id="{543D9E83-4A3A-B148-66F9-40BD1A5AF2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5771" y="2042967"/>
            <a:ext cx="1531726" cy="1176529"/>
          </a:xfrm>
          <a:prstGeom prst="rect">
            <a:avLst/>
          </a:prstGeom>
        </p:spPr>
      </p:pic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632F98E5-8E5C-0038-44FE-23438B2E2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947" r="-1579" b="17895"/>
          <a:stretch>
            <a:fillRect/>
          </a:stretch>
        </p:blipFill>
        <p:spPr>
          <a:xfrm>
            <a:off x="10165749" y="653030"/>
            <a:ext cx="1529427" cy="953761"/>
          </a:xfrm>
          <a:prstGeom prst="rect">
            <a:avLst/>
          </a:prstGeom>
        </p:spPr>
      </p:pic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5CF190B5-5EF1-ABF9-5EF6-D8FE67872B73}"/>
              </a:ext>
            </a:extLst>
          </p:cNvPr>
          <p:cNvSpPr/>
          <p:nvPr/>
        </p:nvSpPr>
        <p:spPr>
          <a:xfrm>
            <a:off x="9019918" y="3076845"/>
            <a:ext cx="576908" cy="22893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6" name="Imagen 15" descr="Un dibujo de una fábrica de la que sale humo vector – Imagen de Planta en  Unsplash">
            <a:extLst>
              <a:ext uri="{FF2B5EF4-FFF2-40B4-BE49-F238E27FC236}">
                <a16:creationId xmlns:a16="http://schemas.microsoft.com/office/drawing/2014/main" id="{6923CDD3-4005-F75E-6FA0-CD3FBD44DF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70919" y="2038349"/>
            <a:ext cx="420545" cy="424007"/>
          </a:xfrm>
          <a:prstGeom prst="rect">
            <a:avLst/>
          </a:prstGeom>
        </p:spPr>
      </p:pic>
      <p:pic>
        <p:nvPicPr>
          <p:cNvPr id="4" name="Imagen 3" descr="Interfaz de usuario gráfica, Tabla&#10;&#10;El contenido generado por IA puede ser incorrecto.">
            <a:extLst>
              <a:ext uri="{FF2B5EF4-FFF2-40B4-BE49-F238E27FC236}">
                <a16:creationId xmlns:a16="http://schemas.microsoft.com/office/drawing/2014/main" id="{8C49131C-3770-5BB3-BB1C-F30A583DD86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39"/>
          <a:stretch>
            <a:fillRect/>
          </a:stretch>
        </p:blipFill>
        <p:spPr>
          <a:xfrm>
            <a:off x="4702629" y="1930111"/>
            <a:ext cx="4233985" cy="2305050"/>
          </a:xfrm>
          <a:prstGeom prst="rect">
            <a:avLst/>
          </a:prstGeom>
          <a:solidFill>
            <a:srgbClr val="C00000"/>
          </a:solidFill>
        </p:spPr>
      </p:pic>
      <p:pic>
        <p:nvPicPr>
          <p:cNvPr id="9" name="Imagen 8" descr="Mapa&#10;&#10;El contenido generado por IA puede ser incorrecto.">
            <a:extLst>
              <a:ext uri="{FF2B5EF4-FFF2-40B4-BE49-F238E27FC236}">
                <a16:creationId xmlns:a16="http://schemas.microsoft.com/office/drawing/2014/main" id="{9B11DE93-0568-9FA8-55A5-CAEBC9F30D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9688" y="2633663"/>
            <a:ext cx="1409700" cy="1238250"/>
          </a:xfrm>
          <a:prstGeom prst="rect">
            <a:avLst/>
          </a:prstGeom>
        </p:spPr>
      </p:pic>
      <p:pic>
        <p:nvPicPr>
          <p:cNvPr id="15" name="Imagen 14" descr="Tabla&#10;&#10;El contenido generado por IA puede ser incorrecto.">
            <a:extLst>
              <a:ext uri="{FF2B5EF4-FFF2-40B4-BE49-F238E27FC236}">
                <a16:creationId xmlns:a16="http://schemas.microsoft.com/office/drawing/2014/main" id="{027825F5-E528-4A1D-BC48-FA5BC0264D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67888" y="1833563"/>
            <a:ext cx="1647825" cy="2400300"/>
          </a:xfrm>
          <a:prstGeom prst="rect">
            <a:avLst/>
          </a:prstGeom>
        </p:spPr>
      </p:pic>
      <p:pic>
        <p:nvPicPr>
          <p:cNvPr id="18" name="Imagen 17" descr="Forma, Flecha&#10;&#10;El contenido generado por IA puede ser incorrecto.">
            <a:extLst>
              <a:ext uri="{FF2B5EF4-FFF2-40B4-BE49-F238E27FC236}">
                <a16:creationId xmlns:a16="http://schemas.microsoft.com/office/drawing/2014/main" id="{13183545-AEBE-2B0A-AA49-2276CACED0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544" y="4645024"/>
            <a:ext cx="2007769" cy="1922992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963073A8-0AC2-AB04-1122-B23B2D4D16FE}"/>
              </a:ext>
            </a:extLst>
          </p:cNvPr>
          <p:cNvSpPr txBox="1"/>
          <p:nvPr/>
        </p:nvSpPr>
        <p:spPr>
          <a:xfrm>
            <a:off x="295274" y="4169833"/>
            <a:ext cx="10689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>
                <a:latin typeface="Georgia"/>
              </a:rPr>
              <a:t>Andrés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8A88C01-B20E-58DC-1E58-08BAAF03611F}"/>
              </a:ext>
            </a:extLst>
          </p:cNvPr>
          <p:cNvSpPr txBox="1"/>
          <p:nvPr/>
        </p:nvSpPr>
        <p:spPr>
          <a:xfrm>
            <a:off x="1526116" y="4277783"/>
            <a:ext cx="12065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>
                <a:latin typeface="Georgia"/>
              </a:rPr>
              <a:t>Jorge</a:t>
            </a:r>
          </a:p>
        </p:txBody>
      </p:sp>
      <p:sp>
        <p:nvSpPr>
          <p:cNvPr id="24" name="Flecha: curvada hacia la izquierda 23">
            <a:extLst>
              <a:ext uri="{FF2B5EF4-FFF2-40B4-BE49-F238E27FC236}">
                <a16:creationId xmlns:a16="http://schemas.microsoft.com/office/drawing/2014/main" id="{41C6AC29-7293-4997-CA0D-823D04DDC0EF}"/>
              </a:ext>
            </a:extLst>
          </p:cNvPr>
          <p:cNvSpPr/>
          <p:nvPr/>
        </p:nvSpPr>
        <p:spPr>
          <a:xfrm flipH="1">
            <a:off x="288077" y="4538132"/>
            <a:ext cx="288714" cy="488950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6" name="Flecha: curvada hacia la izquierda 25">
            <a:extLst>
              <a:ext uri="{FF2B5EF4-FFF2-40B4-BE49-F238E27FC236}">
                <a16:creationId xmlns:a16="http://schemas.microsoft.com/office/drawing/2014/main" id="{22C5AC71-82FE-A8D4-B17F-9032BAB85DC4}"/>
              </a:ext>
            </a:extLst>
          </p:cNvPr>
          <p:cNvSpPr/>
          <p:nvPr/>
        </p:nvSpPr>
        <p:spPr>
          <a:xfrm rot="120000">
            <a:off x="2255139" y="4401960"/>
            <a:ext cx="227751" cy="505885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6789351A-6C68-24BC-BABD-38D01242AD9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6513" y="5063528"/>
            <a:ext cx="5277592" cy="549481"/>
          </a:xfrm>
          <a:prstGeom prst="rect">
            <a:avLst/>
          </a:prstGeom>
        </p:spPr>
      </p:pic>
      <p:pic>
        <p:nvPicPr>
          <p:cNvPr id="7" name="Imagen 6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4ADDE6CB-EEF5-97E9-E6DE-6D80CEF97EFB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22364" t="17066" r="23845"/>
          <a:stretch>
            <a:fillRect/>
          </a:stretch>
        </p:blipFill>
        <p:spPr>
          <a:xfrm>
            <a:off x="3210577" y="4645024"/>
            <a:ext cx="2677091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304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0" grpId="0"/>
      <p:bldP spid="22" grpId="0"/>
      <p:bldP spid="24" grpId="0" animBg="1"/>
      <p:bldP spid="2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96B16-F716-4F4C-9532-5232796C3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42F658-25D5-4DFF-452C-10214B787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Ronda 2, 2027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E7DF7837-0777-4797-EBC7-E65BC9ACC5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47" r="-1579" b="17895"/>
          <a:stretch>
            <a:fillRect/>
          </a:stretch>
        </p:blipFill>
        <p:spPr>
          <a:xfrm>
            <a:off x="10165749" y="653030"/>
            <a:ext cx="1529427" cy="953761"/>
          </a:xfrm>
          <a:prstGeom prst="rect">
            <a:avLst/>
          </a:prstGeom>
        </p:spPr>
      </p:pic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6D313D78-DFB2-D7B7-DEFA-83AC5EEDD107}"/>
              </a:ext>
            </a:extLst>
          </p:cNvPr>
          <p:cNvSpPr/>
          <p:nvPr/>
        </p:nvSpPr>
        <p:spPr>
          <a:xfrm>
            <a:off x="9019918" y="3076845"/>
            <a:ext cx="576908" cy="22893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6" name="Imagen 15" descr="Un dibujo de una fábrica de la que sale humo vector – Imagen de Planta en  Unsplash">
            <a:extLst>
              <a:ext uri="{FF2B5EF4-FFF2-40B4-BE49-F238E27FC236}">
                <a16:creationId xmlns:a16="http://schemas.microsoft.com/office/drawing/2014/main" id="{D0843256-BF38-6CCB-5B10-15E8EA25AA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5149" y="1830626"/>
            <a:ext cx="1817501" cy="1816647"/>
          </a:xfrm>
          <a:prstGeom prst="rect">
            <a:avLst/>
          </a:prstGeom>
        </p:spPr>
      </p:pic>
      <p:pic>
        <p:nvPicPr>
          <p:cNvPr id="3" name="Imagen 2" descr="Imagen que contiene dibujo&#10;&#10;El contenido generado por IA puede ser incorrecto.">
            <a:extLst>
              <a:ext uri="{FF2B5EF4-FFF2-40B4-BE49-F238E27FC236}">
                <a16:creationId xmlns:a16="http://schemas.microsoft.com/office/drawing/2014/main" id="{D8CC131E-D49B-57D0-AA9E-B0F15E89FC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6513" y="5080969"/>
            <a:ext cx="5257800" cy="523875"/>
          </a:xfrm>
          <a:prstGeom prst="rect">
            <a:avLst/>
          </a:prstGeom>
        </p:spPr>
      </p:pic>
      <p:pic>
        <p:nvPicPr>
          <p:cNvPr id="11" name="Imagen 10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5681D1C6-5239-AA38-DDA2-DD23B10628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7270" t="10758" r="7485" b="10318"/>
          <a:stretch>
            <a:fillRect/>
          </a:stretch>
        </p:blipFill>
        <p:spPr>
          <a:xfrm>
            <a:off x="2873238" y="2180414"/>
            <a:ext cx="506018" cy="437003"/>
          </a:xfrm>
          <a:prstGeom prst="rect">
            <a:avLst/>
          </a:prstGeom>
        </p:spPr>
      </p:pic>
      <p:pic>
        <p:nvPicPr>
          <p:cNvPr id="14" name="Imagen 13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69532B10-5B26-6EC7-2FC6-1923166A2C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7270" t="10758" r="7485" b="10318"/>
          <a:stretch>
            <a:fillRect/>
          </a:stretch>
        </p:blipFill>
        <p:spPr>
          <a:xfrm>
            <a:off x="2812006" y="2187217"/>
            <a:ext cx="506018" cy="437003"/>
          </a:xfrm>
          <a:prstGeom prst="rect">
            <a:avLst/>
          </a:prstGeom>
        </p:spPr>
      </p:pic>
      <p:pic>
        <p:nvPicPr>
          <p:cNvPr id="17" name="Imagen 16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A833D2A3-A35B-6E67-284B-9C71B28E04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7270" t="10758" r="7485" b="10318"/>
          <a:stretch>
            <a:fillRect/>
          </a:stretch>
        </p:blipFill>
        <p:spPr>
          <a:xfrm>
            <a:off x="2750145" y="2203859"/>
            <a:ext cx="506018" cy="437003"/>
          </a:xfrm>
          <a:prstGeom prst="rect">
            <a:avLst/>
          </a:prstGeom>
        </p:spPr>
      </p:pic>
      <p:pic>
        <p:nvPicPr>
          <p:cNvPr id="19" name="Imagen 18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1B17211D-7D65-B4C5-28F1-8DCBB5BA01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7270" t="10758" r="7485" b="10318"/>
          <a:stretch>
            <a:fillRect/>
          </a:stretch>
        </p:blipFill>
        <p:spPr>
          <a:xfrm>
            <a:off x="2688913" y="2210662"/>
            <a:ext cx="506018" cy="437003"/>
          </a:xfrm>
          <a:prstGeom prst="rect">
            <a:avLst/>
          </a:prstGeom>
        </p:spPr>
      </p:pic>
      <p:pic>
        <p:nvPicPr>
          <p:cNvPr id="21" name="Imagen 20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19506EEA-BA7D-FE4F-36D7-E9EC4C2904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7270" t="10758" r="7485" b="10318"/>
          <a:stretch>
            <a:fillRect/>
          </a:stretch>
        </p:blipFill>
        <p:spPr>
          <a:xfrm>
            <a:off x="2621191" y="2221444"/>
            <a:ext cx="506018" cy="437003"/>
          </a:xfrm>
          <a:prstGeom prst="rect">
            <a:avLst/>
          </a:prstGeom>
        </p:spPr>
      </p:pic>
      <p:pic>
        <p:nvPicPr>
          <p:cNvPr id="23" name="Imagen 22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3E2A99C0-ABAE-72E7-BD11-E458795496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7270" t="10758" r="7485" b="10318"/>
          <a:stretch>
            <a:fillRect/>
          </a:stretch>
        </p:blipFill>
        <p:spPr>
          <a:xfrm>
            <a:off x="2559959" y="2228247"/>
            <a:ext cx="506018" cy="437003"/>
          </a:xfrm>
          <a:prstGeom prst="rect">
            <a:avLst/>
          </a:prstGeom>
        </p:spPr>
      </p:pic>
      <p:pic>
        <p:nvPicPr>
          <p:cNvPr id="25" name="Imagen 24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1A268FEB-4E44-E6D7-1CFC-B94A4DEBD5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7270" t="10758" r="7485" b="10318"/>
          <a:stretch>
            <a:fillRect/>
          </a:stretch>
        </p:blipFill>
        <p:spPr>
          <a:xfrm>
            <a:off x="2474652" y="2239028"/>
            <a:ext cx="506018" cy="437003"/>
          </a:xfrm>
          <a:prstGeom prst="rect">
            <a:avLst/>
          </a:prstGeom>
        </p:spPr>
      </p:pic>
      <p:pic>
        <p:nvPicPr>
          <p:cNvPr id="28" name="Imagen 27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4C6130BE-B69E-DA08-741B-14DA2EAB0C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7270" t="10758" r="7485" b="10318"/>
          <a:stretch>
            <a:fillRect/>
          </a:stretch>
        </p:blipFill>
        <p:spPr>
          <a:xfrm>
            <a:off x="2413420" y="2245831"/>
            <a:ext cx="506018" cy="437003"/>
          </a:xfrm>
          <a:prstGeom prst="rect">
            <a:avLst/>
          </a:prstGeom>
        </p:spPr>
      </p:pic>
      <p:sp>
        <p:nvSpPr>
          <p:cNvPr id="31" name="CuadroTexto 30">
            <a:extLst>
              <a:ext uri="{FF2B5EF4-FFF2-40B4-BE49-F238E27FC236}">
                <a16:creationId xmlns:a16="http://schemas.microsoft.com/office/drawing/2014/main" id="{530692A7-51C8-3F88-1F1D-D61D90E6878E}"/>
              </a:ext>
            </a:extLst>
          </p:cNvPr>
          <p:cNvSpPr txBox="1"/>
          <p:nvPr/>
        </p:nvSpPr>
        <p:spPr>
          <a:xfrm>
            <a:off x="2557096" y="2620106"/>
            <a:ext cx="68872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b="1">
                <a:latin typeface="Georgia Pro"/>
              </a:rPr>
              <a:t>x60</a:t>
            </a:r>
          </a:p>
        </p:txBody>
      </p:sp>
      <p:pic>
        <p:nvPicPr>
          <p:cNvPr id="7" name="Imagen 6" descr="Interfaz de usuario gráfica, Tabla&#10;&#10;El contenido generado por IA puede ser incorrecto.">
            <a:extLst>
              <a:ext uri="{FF2B5EF4-FFF2-40B4-BE49-F238E27FC236}">
                <a16:creationId xmlns:a16="http://schemas.microsoft.com/office/drawing/2014/main" id="{7AB5408A-F17D-DCA3-5142-9AA78278D0C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16007"/>
          <a:stretch>
            <a:fillRect/>
          </a:stretch>
        </p:blipFill>
        <p:spPr>
          <a:xfrm>
            <a:off x="4440317" y="2053559"/>
            <a:ext cx="4433661" cy="2275502"/>
          </a:xfrm>
          <a:prstGeom prst="rect">
            <a:avLst/>
          </a:prstGeom>
        </p:spPr>
      </p:pic>
      <p:pic>
        <p:nvPicPr>
          <p:cNvPr id="9" name="Imagen 8" descr="Tabla&#10;&#10;El contenido generado por IA puede ser incorrecto.">
            <a:extLst>
              <a:ext uri="{FF2B5EF4-FFF2-40B4-BE49-F238E27FC236}">
                <a16:creationId xmlns:a16="http://schemas.microsoft.com/office/drawing/2014/main" id="{FFCCE4ED-8605-A28C-7B43-8B3386BA72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78579" y="2060992"/>
            <a:ext cx="1626840" cy="2294475"/>
          </a:xfrm>
          <a:prstGeom prst="rect">
            <a:avLst/>
          </a:prstGeom>
        </p:spPr>
      </p:pic>
      <p:pic>
        <p:nvPicPr>
          <p:cNvPr id="3074" name="Picture 2" descr="Aislado De Dibujos Animados Crecimiento De La Inversión Moneda De Oro  Ilustraciones svg, vectoriales, clip art vectorizado libre de derechos.  Image 37771233">
            <a:extLst>
              <a:ext uri="{FF2B5EF4-FFF2-40B4-BE49-F238E27FC236}">
                <a16:creationId xmlns:a16="http://schemas.microsoft.com/office/drawing/2014/main" id="{653519F7-CFDA-4EA4-EB10-2F2C5F2CD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36846" y1="77385" x2="33077" y2="61769"/>
                        <a14:foregroundMark x1="33077" y1="61769" x2="34231" y2="51615"/>
                        <a14:foregroundMark x1="34231" y1="51615" x2="41769" y2="48077"/>
                        <a14:foregroundMark x1="41769" y1="48077" x2="50154" y2="63077"/>
                        <a14:foregroundMark x1="49469" y1="70880" x2="48548" y2="81373"/>
                        <a14:foregroundMark x1="43086" y1="81336" x2="36769" y2="79077"/>
                        <a14:foregroundMark x1="36769" y1="79077" x2="34923" y2="75846"/>
                        <a14:foregroundMark x1="70923" y1="77846" x2="79692" y2="69000"/>
                        <a14:foregroundMark x1="79692" y1="69000" x2="87615" y2="77154"/>
                        <a14:foregroundMark x1="87615" y1="77154" x2="75385" y2="78846"/>
                        <a14:foregroundMark x1="75385" y1="78846" x2="69923" y2="75692"/>
                        <a14:foregroundMark x1="86692" y1="74538" x2="67722" y2="81551"/>
                        <a14:foregroundMark x1="40655" y1="84555" x2="40124" y2="84588"/>
                        <a14:foregroundMark x1="21207" y1="80847" x2="17385" y2="79692"/>
                        <a14:foregroundMark x1="17385" y1="79692" x2="28462" y2="73462"/>
                        <a14:foregroundMark x1="28462" y1="73462" x2="39692" y2="73231"/>
                        <a14:foregroundMark x1="39692" y1="73231" x2="42000" y2="73538"/>
                        <a14:foregroundMark x1="22769" y1="78846" x2="12077" y2="78462"/>
                        <a14:foregroundMark x1="12077" y1="78462" x2="19462" y2="78077"/>
                        <a14:foregroundMark x1="19462" y1="78077" x2="17462" y2="79692"/>
                        <a14:backgroundMark x1="50000" y1="71538" x2="49385" y2="63846"/>
                        <a14:backgroundMark x1="49385" y1="63846" x2="50308" y2="70769"/>
                        <a14:backgroundMark x1="50308" y1="70769" x2="50154" y2="70846"/>
                        <a14:backgroundMark x1="49154" y1="65538" x2="49000" y2="62538"/>
                        <a14:backgroundMark x1="49692" y1="65231" x2="49154" y2="64385"/>
                        <a14:backgroundMark x1="52000" y1="63385" x2="49538" y2="61231"/>
                        <a14:backgroundMark x1="49846" y1="62077" x2="49154" y2="62231"/>
                        <a14:backgroundMark x1="50538" y1="63692" x2="49462" y2="62231"/>
                        <a14:backgroundMark x1="63077" y1="82846" x2="28846" y2="82615"/>
                        <a14:backgroundMark x1="28846" y1="82615" x2="49462" y2="89154"/>
                        <a14:backgroundMark x1="49462" y1="89154" x2="60846" y2="85231"/>
                        <a14:backgroundMark x1="60846" y1="85231" x2="62615" y2="82000"/>
                        <a14:backgroundMark x1="65769" y1="82692" x2="56154" y2="83000"/>
                        <a14:backgroundMark x1="50154" y1="83462" x2="40846" y2="86077"/>
                        <a14:backgroundMark x1="40846" y1="86077" x2="21462" y2="81308"/>
                        <a14:backgroundMark x1="64077" y1="82615" x2="75769" y2="83846"/>
                        <a14:backgroundMark x1="75769" y1="83846" x2="77692" y2="833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02797" y="3866313"/>
            <a:ext cx="1986116" cy="203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8899521-722E-23D0-9F43-AC90E4F5D9E7}"/>
              </a:ext>
            </a:extLst>
          </p:cNvPr>
          <p:cNvSpPr txBox="1"/>
          <p:nvPr/>
        </p:nvSpPr>
        <p:spPr>
          <a:xfrm>
            <a:off x="269530" y="5708207"/>
            <a:ext cx="28315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b="1">
                <a:latin typeface="Georgia Pro"/>
              </a:rPr>
              <a:t>100M, 2,4% a 2 años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99A9A1-046F-84FB-11CF-939BC9FB46F8}"/>
              </a:ext>
            </a:extLst>
          </p:cNvPr>
          <p:cNvSpPr txBox="1"/>
          <p:nvPr/>
        </p:nvSpPr>
        <p:spPr>
          <a:xfrm>
            <a:off x="418858" y="3608739"/>
            <a:ext cx="233008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b="1">
                <a:latin typeface="Georgia Pro"/>
              </a:rPr>
              <a:t>tope de capacidad</a:t>
            </a:r>
          </a:p>
        </p:txBody>
      </p:sp>
      <p:pic>
        <p:nvPicPr>
          <p:cNvPr id="12" name="Imagen 11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BFF581F7-EC1E-0D56-54DB-7453FEF9621C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17545"/>
          <a:stretch>
            <a:fillRect/>
          </a:stretch>
        </p:blipFill>
        <p:spPr>
          <a:xfrm>
            <a:off x="3101098" y="4507719"/>
            <a:ext cx="3430946" cy="1735765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A6911F01-8B6B-96B1-277B-2E639C63C258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18757"/>
          <a:stretch>
            <a:fillRect/>
          </a:stretch>
        </p:blipFill>
        <p:spPr>
          <a:xfrm>
            <a:off x="3256163" y="3356028"/>
            <a:ext cx="812940" cy="102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950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31" grpId="0"/>
      <p:bldP spid="6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12B08-343A-CF12-D979-50D259E44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B0E2ED-4ADE-19A0-101E-BAC686F19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Ronda 3, 2028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D13734D4-A3D3-A233-7C11-54EACF4182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47" r="-1579" b="17895"/>
          <a:stretch>
            <a:fillRect/>
          </a:stretch>
        </p:blipFill>
        <p:spPr>
          <a:xfrm>
            <a:off x="10165749" y="653030"/>
            <a:ext cx="1529427" cy="953761"/>
          </a:xfrm>
          <a:prstGeom prst="rect">
            <a:avLst/>
          </a:prstGeom>
        </p:spPr>
      </p:pic>
      <p:pic>
        <p:nvPicPr>
          <p:cNvPr id="11" name="Imagen 10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303D0883-C137-8FF1-FF8C-EE3D403E7F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7270" t="10758" r="7485" b="10318"/>
          <a:stretch>
            <a:fillRect/>
          </a:stretch>
        </p:blipFill>
        <p:spPr>
          <a:xfrm>
            <a:off x="899361" y="4425786"/>
            <a:ext cx="1752396" cy="1500097"/>
          </a:xfrm>
          <a:prstGeom prst="rect">
            <a:avLst/>
          </a:prstGeom>
        </p:spPr>
      </p:pic>
      <p:pic>
        <p:nvPicPr>
          <p:cNvPr id="14" name="Imagen 13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C3CAC5C1-9AC4-E723-2E77-10C4949036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7270" t="10758" r="7485" b="10318"/>
          <a:stretch>
            <a:fillRect/>
          </a:stretch>
        </p:blipFill>
        <p:spPr>
          <a:xfrm>
            <a:off x="828951" y="4418846"/>
            <a:ext cx="1752396" cy="1513840"/>
          </a:xfrm>
          <a:prstGeom prst="rect">
            <a:avLst/>
          </a:prstGeom>
        </p:spPr>
      </p:pic>
      <p:pic>
        <p:nvPicPr>
          <p:cNvPr id="17" name="Imagen 16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D21C78F5-FAE6-E803-DACC-E34FB140A3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7270" t="10758" r="7485" b="10318"/>
          <a:stretch>
            <a:fillRect/>
          </a:stretch>
        </p:blipFill>
        <p:spPr>
          <a:xfrm>
            <a:off x="790011" y="4435488"/>
            <a:ext cx="1738653" cy="1513840"/>
          </a:xfrm>
          <a:prstGeom prst="rect">
            <a:avLst/>
          </a:prstGeom>
        </p:spPr>
      </p:pic>
      <p:pic>
        <p:nvPicPr>
          <p:cNvPr id="19" name="Imagen 18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BBED90D3-DB42-4339-5A9F-D43375F315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7270" t="10758" r="7485" b="10318"/>
          <a:stretch>
            <a:fillRect/>
          </a:stretch>
        </p:blipFill>
        <p:spPr>
          <a:xfrm>
            <a:off x="715037" y="4442291"/>
            <a:ext cx="1752396" cy="1513840"/>
          </a:xfrm>
          <a:prstGeom prst="rect">
            <a:avLst/>
          </a:prstGeom>
        </p:spPr>
      </p:pic>
      <p:pic>
        <p:nvPicPr>
          <p:cNvPr id="21" name="Imagen 20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10B42199-DD3E-90CC-B3AD-B09CEC6772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7270" t="10758" r="7485" b="10318"/>
          <a:stretch>
            <a:fillRect/>
          </a:stretch>
        </p:blipFill>
        <p:spPr>
          <a:xfrm>
            <a:off x="656497" y="4466816"/>
            <a:ext cx="1743215" cy="1500097"/>
          </a:xfrm>
          <a:prstGeom prst="rect">
            <a:avLst/>
          </a:prstGeom>
        </p:spPr>
      </p:pic>
      <p:pic>
        <p:nvPicPr>
          <p:cNvPr id="23" name="Imagen 22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B9E59752-E818-5F69-2EC3-AA6FF7CD3D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7270" t="10758" r="7485" b="10318"/>
          <a:stretch>
            <a:fillRect/>
          </a:stretch>
        </p:blipFill>
        <p:spPr>
          <a:xfrm>
            <a:off x="573792" y="4459876"/>
            <a:ext cx="1752396" cy="1513840"/>
          </a:xfrm>
          <a:prstGeom prst="rect">
            <a:avLst/>
          </a:prstGeom>
        </p:spPr>
      </p:pic>
      <p:pic>
        <p:nvPicPr>
          <p:cNvPr id="25" name="Imagen 24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DCAC9536-F82F-5D39-9A1D-3C9689EFEA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7270" t="10758" r="7485" b="10318"/>
          <a:stretch>
            <a:fillRect/>
          </a:stretch>
        </p:blipFill>
        <p:spPr>
          <a:xfrm>
            <a:off x="488485" y="4475220"/>
            <a:ext cx="1752396" cy="1509277"/>
          </a:xfrm>
          <a:prstGeom prst="rect">
            <a:avLst/>
          </a:prstGeom>
        </p:spPr>
      </p:pic>
      <p:pic>
        <p:nvPicPr>
          <p:cNvPr id="28" name="Imagen 27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28B7FA76-0D3B-A981-64F6-CDD9AC6A5B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7270" t="10758" r="7485" b="10318"/>
          <a:stretch>
            <a:fillRect/>
          </a:stretch>
        </p:blipFill>
        <p:spPr>
          <a:xfrm>
            <a:off x="439544" y="4477460"/>
            <a:ext cx="1752396" cy="1513840"/>
          </a:xfrm>
          <a:prstGeom prst="rect">
            <a:avLst/>
          </a:prstGeom>
        </p:spPr>
      </p:pic>
      <p:sp>
        <p:nvSpPr>
          <p:cNvPr id="31" name="CuadroTexto 30">
            <a:extLst>
              <a:ext uri="{FF2B5EF4-FFF2-40B4-BE49-F238E27FC236}">
                <a16:creationId xmlns:a16="http://schemas.microsoft.com/office/drawing/2014/main" id="{14615A4F-047B-CBBD-12F5-09D77E43AC59}"/>
              </a:ext>
            </a:extLst>
          </p:cNvPr>
          <p:cNvSpPr txBox="1"/>
          <p:nvPr/>
        </p:nvSpPr>
        <p:spPr>
          <a:xfrm>
            <a:off x="1146871" y="5988219"/>
            <a:ext cx="118608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b="1">
                <a:latin typeface="Georgia Pro"/>
              </a:rPr>
              <a:t>x60</a:t>
            </a:r>
          </a:p>
        </p:txBody>
      </p:sp>
      <p:pic>
        <p:nvPicPr>
          <p:cNvPr id="6" name="Imagen 5" descr="Emoji Con Ojos De Dólar Sonriendo Simbolizando La Excitación Financiera  Ganancia Alegría Y Dinero Felicidad PNG ,">
            <a:extLst>
              <a:ext uri="{FF2B5EF4-FFF2-40B4-BE49-F238E27FC236}">
                <a16:creationId xmlns:a16="http://schemas.microsoft.com/office/drawing/2014/main" id="{D0FCD6A9-9F7E-E337-939A-AA87D0AE16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7143" r="7252" b="19444"/>
          <a:stretch>
            <a:fillRect/>
          </a:stretch>
        </p:blipFill>
        <p:spPr>
          <a:xfrm>
            <a:off x="10178489" y="2828704"/>
            <a:ext cx="1061019" cy="1021078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876484CE-9D48-0941-8114-4C41E3DD398E}"/>
              </a:ext>
            </a:extLst>
          </p:cNvPr>
          <p:cNvSpPr txBox="1"/>
          <p:nvPr/>
        </p:nvSpPr>
        <p:spPr>
          <a:xfrm>
            <a:off x="10502823" y="2463740"/>
            <a:ext cx="12065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>
                <a:latin typeface="Georgia"/>
              </a:rPr>
              <a:t>Jorge</a:t>
            </a:r>
          </a:p>
        </p:txBody>
      </p:sp>
      <p:sp>
        <p:nvSpPr>
          <p:cNvPr id="10" name="Flecha: curvada hacia la izquierda 9">
            <a:extLst>
              <a:ext uri="{FF2B5EF4-FFF2-40B4-BE49-F238E27FC236}">
                <a16:creationId xmlns:a16="http://schemas.microsoft.com/office/drawing/2014/main" id="{E7E3D3AA-BFCC-1AF8-D493-4FD806D1BA9B}"/>
              </a:ext>
            </a:extLst>
          </p:cNvPr>
          <p:cNvSpPr/>
          <p:nvPr/>
        </p:nvSpPr>
        <p:spPr>
          <a:xfrm rot="120000">
            <a:off x="11231846" y="2587917"/>
            <a:ext cx="227751" cy="505885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6C45DCAE-9BE6-3208-2D1F-24BBA8C02AF4}"/>
              </a:ext>
            </a:extLst>
          </p:cNvPr>
          <p:cNvSpPr txBox="1"/>
          <p:nvPr/>
        </p:nvSpPr>
        <p:spPr>
          <a:xfrm>
            <a:off x="8594648" y="1819568"/>
            <a:ext cx="10689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>
                <a:latin typeface="Georgia"/>
              </a:rPr>
              <a:t>Andrés</a:t>
            </a:r>
          </a:p>
        </p:txBody>
      </p:sp>
      <p:sp>
        <p:nvSpPr>
          <p:cNvPr id="30" name="Flecha: curvada hacia la izquierda 29">
            <a:extLst>
              <a:ext uri="{FF2B5EF4-FFF2-40B4-BE49-F238E27FC236}">
                <a16:creationId xmlns:a16="http://schemas.microsoft.com/office/drawing/2014/main" id="{4B4889FB-BADF-2D49-E392-098CA4B65814}"/>
              </a:ext>
            </a:extLst>
          </p:cNvPr>
          <p:cNvSpPr/>
          <p:nvPr/>
        </p:nvSpPr>
        <p:spPr>
          <a:xfrm flipH="1">
            <a:off x="8587451" y="2187867"/>
            <a:ext cx="288714" cy="488950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8B2D16E1-A6E3-F8C6-0791-05009EFD0C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6701" y="2040013"/>
            <a:ext cx="2914747" cy="2209507"/>
          </a:xfrm>
          <a:prstGeom prst="rect">
            <a:avLst/>
          </a:prstGeom>
        </p:spPr>
      </p:pic>
      <p:pic>
        <p:nvPicPr>
          <p:cNvPr id="33" name="Imagen 32" descr="Imagen que contiene celular, coche, tabla, teléfono&#10;&#10;El contenido generado por IA puede ser incorrecto.">
            <a:extLst>
              <a:ext uri="{FF2B5EF4-FFF2-40B4-BE49-F238E27FC236}">
                <a16:creationId xmlns:a16="http://schemas.microsoft.com/office/drawing/2014/main" id="{F532F19C-880E-A469-2745-340A171E53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101" y="1961382"/>
            <a:ext cx="2761635" cy="2216919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01488E88-ABD4-6C80-6B5C-A77A6E26B62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0711" y="2432892"/>
            <a:ext cx="1046604" cy="1019061"/>
          </a:xfrm>
          <a:prstGeom prst="rect">
            <a:avLst/>
          </a:prstGeom>
        </p:spPr>
      </p:pic>
      <p:pic>
        <p:nvPicPr>
          <p:cNvPr id="35" name="Imagen 34" descr="Bolsa de dinero de dibujos animados">
            <a:extLst>
              <a:ext uri="{FF2B5EF4-FFF2-40B4-BE49-F238E27FC236}">
                <a16:creationId xmlns:a16="http://schemas.microsoft.com/office/drawing/2014/main" id="{8D73E2DA-9961-4ACE-E91C-587E8F6CF4A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39388" y="3051232"/>
            <a:ext cx="1834309" cy="1590982"/>
          </a:xfrm>
          <a:prstGeom prst="rect">
            <a:avLst/>
          </a:prstGeom>
        </p:spPr>
      </p:pic>
      <p:pic>
        <p:nvPicPr>
          <p:cNvPr id="37" name="Imagen 36" descr="Bolsa de dinero de dibujos animados">
            <a:extLst>
              <a:ext uri="{FF2B5EF4-FFF2-40B4-BE49-F238E27FC236}">
                <a16:creationId xmlns:a16="http://schemas.microsoft.com/office/drawing/2014/main" id="{A5890ABE-DA67-36A3-7432-4199844D4EF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43171" y="2684003"/>
            <a:ext cx="1834309" cy="1590982"/>
          </a:xfrm>
          <a:prstGeom prst="rect">
            <a:avLst/>
          </a:prstGeom>
        </p:spPr>
      </p:pic>
      <p:pic>
        <p:nvPicPr>
          <p:cNvPr id="38" name="Imagen 37" descr="Bolsa de dinero de dibujos animados">
            <a:extLst>
              <a:ext uri="{FF2B5EF4-FFF2-40B4-BE49-F238E27FC236}">
                <a16:creationId xmlns:a16="http://schemas.microsoft.com/office/drawing/2014/main" id="{73AF3008-66D8-E76F-8568-9CFEDA5DC95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92328" y="3051232"/>
            <a:ext cx="1834309" cy="1590982"/>
          </a:xfrm>
          <a:prstGeom prst="rect">
            <a:avLst/>
          </a:prstGeom>
        </p:spPr>
      </p:pic>
      <p:pic>
        <p:nvPicPr>
          <p:cNvPr id="39" name="Imagen 38" descr="Bolsa de dinero de dibujos animados">
            <a:extLst>
              <a:ext uri="{FF2B5EF4-FFF2-40B4-BE49-F238E27FC236}">
                <a16:creationId xmlns:a16="http://schemas.microsoft.com/office/drawing/2014/main" id="{AB67986D-4109-1BC0-553D-BA6F8FE4F19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58037" y="4850654"/>
            <a:ext cx="1834308" cy="1499174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1C8EBA6C-261E-FFAD-7D5B-ACAAABAC88C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7607" y="4656692"/>
            <a:ext cx="5597027" cy="528351"/>
          </a:xfrm>
          <a:prstGeom prst="rect">
            <a:avLst/>
          </a:prstGeom>
        </p:spPr>
      </p:pic>
      <p:pic>
        <p:nvPicPr>
          <p:cNvPr id="42" name="Imagen 41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9E03097C-1102-1810-5882-0DC2A5CAF3A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86379" y="4645445"/>
            <a:ext cx="2318134" cy="1514820"/>
          </a:xfrm>
          <a:prstGeom prst="rect">
            <a:avLst/>
          </a:prstGeom>
        </p:spPr>
      </p:pic>
      <p:pic>
        <p:nvPicPr>
          <p:cNvPr id="43" name="Imagen 42" descr="Bolsa de dinero de dibujos animados">
            <a:extLst>
              <a:ext uri="{FF2B5EF4-FFF2-40B4-BE49-F238E27FC236}">
                <a16:creationId xmlns:a16="http://schemas.microsoft.com/office/drawing/2014/main" id="{A64F2498-0433-544A-6471-A2B957CC7CC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82737" y="5456581"/>
            <a:ext cx="1099852" cy="994236"/>
          </a:xfrm>
          <a:prstGeom prst="rect">
            <a:avLst/>
          </a:prstGeom>
        </p:spPr>
      </p:pic>
      <p:sp>
        <p:nvSpPr>
          <p:cNvPr id="44" name="CuadroTexto 43">
            <a:extLst>
              <a:ext uri="{FF2B5EF4-FFF2-40B4-BE49-F238E27FC236}">
                <a16:creationId xmlns:a16="http://schemas.microsoft.com/office/drawing/2014/main" id="{6C573285-8A60-F151-8892-DE57A3424F36}"/>
              </a:ext>
            </a:extLst>
          </p:cNvPr>
          <p:cNvSpPr txBox="1"/>
          <p:nvPr/>
        </p:nvSpPr>
        <p:spPr>
          <a:xfrm>
            <a:off x="6093545" y="5370888"/>
            <a:ext cx="600942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>
                <a:latin typeface="Consolas"/>
              </a:rPr>
              <a:t>SÍ, PERO...</a:t>
            </a:r>
          </a:p>
          <a:p>
            <a:r>
              <a:rPr lang="es-ES" b="1">
                <a:latin typeface="Consolas"/>
              </a:rPr>
              <a:t>  - TABLETFOLD </a:t>
            </a:r>
            <a:r>
              <a:rPr lang="es-ES" sz="1600">
                <a:solidFill>
                  <a:srgbClr val="BFBFBF"/>
                </a:solidFill>
                <a:highlight>
                  <a:srgbClr val="1F1F1F"/>
                </a:highlight>
                <a:latin typeface="Calibri"/>
                <a:ea typeface="+mn-lt"/>
                <a:cs typeface="+mn-lt"/>
              </a:rPr>
              <a:t>✅</a:t>
            </a:r>
          </a:p>
          <a:p>
            <a:r>
              <a:rPr lang="es-ES" b="1">
                <a:latin typeface="Consolas"/>
              </a:rPr>
              <a:t>  - 3DMOBILE </a:t>
            </a:r>
            <a:r>
              <a:rPr lang="es-ES" sz="1600">
                <a:solidFill>
                  <a:srgbClr val="BFBFBF"/>
                </a:solidFill>
                <a:highlight>
                  <a:srgbClr val="1F1F1F"/>
                </a:highlight>
                <a:latin typeface="Calibri"/>
                <a:ea typeface="Calibri"/>
                <a:cs typeface="Calibri"/>
              </a:rPr>
              <a:t>✅</a:t>
            </a:r>
          </a:p>
          <a:p>
            <a:r>
              <a:rPr lang="es-ES" b="1">
                <a:latin typeface="Consolas"/>
              </a:rPr>
              <a:t>  - 0% ENDEUDAMIENTO Y 500M EN LA TESORERÍA </a:t>
            </a:r>
            <a:r>
              <a:rPr lang="es-ES" sz="1600">
                <a:solidFill>
                  <a:srgbClr val="BFBFBF"/>
                </a:solidFill>
                <a:highlight>
                  <a:srgbClr val="1F1F1F"/>
                </a:highlight>
                <a:latin typeface="Calibri"/>
                <a:ea typeface="Calibri"/>
                <a:cs typeface="Calibri"/>
              </a:rPr>
              <a:t>✅</a:t>
            </a:r>
          </a:p>
        </p:txBody>
      </p:sp>
    </p:spTree>
    <p:extLst>
      <p:ext uri="{BB962C8B-B14F-4D97-AF65-F5344CB8AC3E}">
        <p14:creationId xmlns:p14="http://schemas.microsoft.com/office/powerpoint/2010/main" val="1921190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8" grpId="0"/>
      <p:bldP spid="10" grpId="0" animBg="1"/>
      <p:bldP spid="27" grpId="0"/>
      <p:bldP spid="30" grpId="0" animBg="1"/>
      <p:bldP spid="4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689C8-F988-7931-A2B4-87552E568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adroTexto 17">
            <a:extLst>
              <a:ext uri="{FF2B5EF4-FFF2-40B4-BE49-F238E27FC236}">
                <a16:creationId xmlns:a16="http://schemas.microsoft.com/office/drawing/2014/main" id="{9B1B86A0-EF85-A951-E59D-6511492FD2F6}"/>
              </a:ext>
            </a:extLst>
          </p:cNvPr>
          <p:cNvSpPr txBox="1"/>
          <p:nvPr/>
        </p:nvSpPr>
        <p:spPr>
          <a:xfrm>
            <a:off x="756740" y="3897803"/>
            <a:ext cx="3846576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Mercado </a:t>
            </a:r>
            <a:r>
              <a:rPr lang="es-ES" err="1"/>
              <a:t>FunSmart</a:t>
            </a:r>
            <a:r>
              <a:rPr lang="es-ES"/>
              <a:t> y Excel5G:</a:t>
            </a:r>
          </a:p>
          <a:p>
            <a:endParaRPr lang="es-ES"/>
          </a:p>
          <a:p>
            <a:endParaRPr lang="es-ES"/>
          </a:p>
          <a:p>
            <a:r>
              <a:rPr lang="es-ES"/>
              <a:t>Mercado 3DMobile:</a:t>
            </a:r>
          </a:p>
          <a:p>
            <a:endParaRPr lang="es-ES"/>
          </a:p>
          <a:p>
            <a:endParaRPr lang="es-ES"/>
          </a:p>
          <a:p>
            <a:r>
              <a:rPr lang="es-ES"/>
              <a:t>Mercado </a:t>
            </a:r>
            <a:r>
              <a:rPr lang="es-ES" err="1"/>
              <a:t>TabletFold</a:t>
            </a:r>
            <a:r>
              <a:rPr lang="es-ES"/>
              <a:t>:</a:t>
            </a:r>
          </a:p>
          <a:p>
            <a:endParaRPr lang="es-ES"/>
          </a:p>
          <a:p>
            <a:r>
              <a:rPr lang="es-ES"/>
              <a:t>		</a:t>
            </a:r>
            <a:r>
              <a:rPr lang="es-ES" sz="2000" b="1"/>
              <a:t>vs.</a:t>
            </a:r>
            <a:endParaRPr lang="es-ES" b="1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905E9E-94E4-8E80-3085-99184744B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Ronda 4, 2030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8BE240E7-31E1-CF6D-BCC0-4A2B882EDF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47" r="-1579" b="17895"/>
          <a:stretch>
            <a:fillRect/>
          </a:stretch>
        </p:blipFill>
        <p:spPr>
          <a:xfrm>
            <a:off x="10165749" y="653030"/>
            <a:ext cx="1529427" cy="953761"/>
          </a:xfrm>
          <a:prstGeom prst="rect">
            <a:avLst/>
          </a:prstGeom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3A9B3512-5A42-075E-0B56-86B165C79149}"/>
              </a:ext>
            </a:extLst>
          </p:cNvPr>
          <p:cNvGrpSpPr/>
          <p:nvPr/>
        </p:nvGrpSpPr>
        <p:grpSpPr>
          <a:xfrm>
            <a:off x="5080000" y="2129649"/>
            <a:ext cx="4370832" cy="2359152"/>
            <a:chOff x="1649548" y="4325112"/>
            <a:chExt cx="4931084" cy="2532888"/>
          </a:xfrm>
        </p:grpSpPr>
        <p:pic>
          <p:nvPicPr>
            <p:cNvPr id="4" name="Imagen 3" descr="Tabla&#10;&#10;El contenido generado por IA puede ser incorrecto.">
              <a:extLst>
                <a:ext uri="{FF2B5EF4-FFF2-40B4-BE49-F238E27FC236}">
                  <a16:creationId xmlns:a16="http://schemas.microsoft.com/office/drawing/2014/main" id="{6F504FBF-830F-BE0C-DF6F-93885D7132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3156" r="17047"/>
            <a:stretch>
              <a:fillRect/>
            </a:stretch>
          </p:blipFill>
          <p:spPr>
            <a:xfrm>
              <a:off x="1649548" y="4702629"/>
              <a:ext cx="4931084" cy="2155371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4C5D275E-9393-53ED-E170-E86F3DA8A7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-935" r="17047" b="92730"/>
            <a:stretch>
              <a:fillRect/>
            </a:stretch>
          </p:blipFill>
          <p:spPr>
            <a:xfrm>
              <a:off x="1649548" y="4325112"/>
              <a:ext cx="4931084" cy="377517"/>
            </a:xfrm>
            <a:prstGeom prst="rect">
              <a:avLst/>
            </a:prstGeom>
          </p:spPr>
        </p:pic>
      </p:grpSp>
      <p:pic>
        <p:nvPicPr>
          <p:cNvPr id="14" name="Imagen 13" descr="Señal de dirección&#10;&#10;El contenido generado por IA puede ser incorrecto.">
            <a:extLst>
              <a:ext uri="{FF2B5EF4-FFF2-40B4-BE49-F238E27FC236}">
                <a16:creationId xmlns:a16="http://schemas.microsoft.com/office/drawing/2014/main" id="{0274046F-0372-6CDD-D2E7-C812D406A5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84668" l="24023" r="77474">
                        <a14:foregroundMark x1="29753" y1="50488" x2="26367" y2="44922"/>
                        <a14:foregroundMark x1="26367" y1="44922" x2="25716" y2="54395"/>
                        <a14:foregroundMark x1="25716" y1="54395" x2="35612" y2="55957"/>
                        <a14:foregroundMark x1="35612" y1="55957" x2="49479" y2="55273"/>
                        <a14:foregroundMark x1="49479" y1="55273" x2="54427" y2="50293"/>
                        <a14:foregroundMark x1="54427" y1="50293" x2="52214" y2="43750"/>
                        <a14:foregroundMark x1="52214" y1="43750" x2="29622" y2="42383"/>
                        <a14:foregroundMark x1="29622" y1="42383" x2="25781" y2="43750"/>
                        <a14:foregroundMark x1="25586" y1="31836" x2="25195" y2="17578"/>
                        <a14:foregroundMark x1="25195" y1="17578" x2="28320" y2="10547"/>
                        <a14:foregroundMark x1="28320" y1="10547" x2="33594" y2="6836"/>
                        <a14:foregroundMark x1="36258" y1="7861" x2="48568" y2="12598"/>
                        <a14:foregroundMark x1="33594" y1="6836" x2="34497" y2="7184"/>
                        <a14:foregroundMark x1="48568" y1="12598" x2="46354" y2="19434"/>
                        <a14:foregroundMark x1="24023" y1="18262" x2="24023" y2="18066"/>
                        <a14:foregroundMark x1="25781" y1="44629" x2="49089" y2="43750"/>
                        <a14:foregroundMark x1="49089" y1="43750" x2="54818" y2="44336"/>
                        <a14:foregroundMark x1="54818" y1="44336" x2="56315" y2="52637"/>
                        <a14:foregroundMark x1="56315" y1="52637" x2="50456" y2="59473"/>
                        <a14:foregroundMark x1="50456" y1="59473" x2="29167" y2="48242"/>
                        <a14:foregroundMark x1="29167" y1="48242" x2="25977" y2="44629"/>
                        <a14:foregroundMark x1="31120" y1="46094" x2="38411" y2="53027"/>
                        <a14:foregroundMark x1="38411" y1="53027" x2="51693" y2="49707"/>
                        <a14:foregroundMark x1="51693" y1="49707" x2="46875" y2="40723"/>
                        <a14:foregroundMark x1="46875" y1="40723" x2="31836" y2="47266"/>
                        <a14:foregroundMark x1="31836" y1="47266" x2="31055" y2="46387"/>
                        <a14:backgroundMark x1="35286" y1="5078" x2="34961" y2="5078"/>
                        <a14:backgroundMark x1="34766" y1="7129" x2="34310" y2="6543"/>
                        <a14:backgroundMark x1="35742" y1="8398" x2="36328" y2="7617"/>
                        <a14:backgroundMark x1="36003" y1="8008" x2="36523" y2="7813"/>
                        <a14:backgroundMark x1="36198" y1="8008" x2="35677" y2="83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988" t="1481" r="16024" b="6074"/>
          <a:stretch>
            <a:fillRect/>
          </a:stretch>
        </p:blipFill>
        <p:spPr>
          <a:xfrm>
            <a:off x="3037473" y="5569919"/>
            <a:ext cx="1066447" cy="881172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DE9E75E8-6441-E7B2-32F8-630136C0D829}"/>
              </a:ext>
            </a:extLst>
          </p:cNvPr>
          <p:cNvSpPr txBox="1"/>
          <p:nvPr/>
        </p:nvSpPr>
        <p:spPr>
          <a:xfrm>
            <a:off x="817880" y="2434763"/>
            <a:ext cx="38465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b="1"/>
              <a:t>TABLET FOLD   3DMOBILE</a:t>
            </a:r>
          </a:p>
          <a:p>
            <a:r>
              <a:rPr lang="es-ES" b="1"/>
              <a:t>Rylands:          </a:t>
            </a:r>
            <a:r>
              <a:rPr lang="es-ES"/>
              <a:t>14M                 1,75M</a:t>
            </a:r>
          </a:p>
          <a:p>
            <a:r>
              <a:rPr lang="es-ES" b="1" err="1"/>
              <a:t>Mingukia</a:t>
            </a:r>
            <a:r>
              <a:rPr lang="es-ES" b="1"/>
              <a:t>:         </a:t>
            </a:r>
            <a:r>
              <a:rPr lang="es-ES"/>
              <a:t>4M                 </a:t>
            </a:r>
            <a:r>
              <a:rPr lang="es-ES" sz="1200"/>
              <a:t>   </a:t>
            </a:r>
            <a:r>
              <a:rPr lang="es-ES"/>
              <a:t>2,25M</a:t>
            </a:r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2F7801CA-67C2-631F-F708-329BF2504A53}"/>
              </a:ext>
            </a:extLst>
          </p:cNvPr>
          <p:cNvSpPr/>
          <p:nvPr/>
        </p:nvSpPr>
        <p:spPr>
          <a:xfrm>
            <a:off x="9586140" y="3314534"/>
            <a:ext cx="576908" cy="22893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3" name="Imagen 22" descr="Dibujo animado de un personaje animado&#10;&#10;El contenido generado por IA puede ser incorrecto.">
            <a:extLst>
              <a:ext uri="{FF2B5EF4-FFF2-40B4-BE49-F238E27FC236}">
                <a16:creationId xmlns:a16="http://schemas.microsoft.com/office/drawing/2014/main" id="{8349374F-28EB-07A1-71A4-BF3B6DFD2B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37565" y1="75879" x2="31771" y2="73242"/>
                        <a14:foregroundMark x1="31771" y1="73242" x2="36003" y2="75000"/>
                        <a14:foregroundMark x1="32487" y1="73730" x2="32552" y2="73926"/>
                        <a14:foregroundMark x1="31315" y1="73438" x2="31445" y2="73438"/>
                        <a14:foregroundMark x1="31576" y1="73145" x2="29753" y2="71582"/>
                        <a14:foregroundMark x1="30013" y1="72363" x2="28906" y2="71191"/>
                        <a14:foregroundMark x1="39844" y1="88379" x2="38086" y2="79199"/>
                        <a14:foregroundMark x1="38086" y1="79199" x2="41016" y2="88184"/>
                        <a14:foregroundMark x1="41016" y1="88184" x2="39844" y2="87891"/>
                        <a14:backgroundMark x1="18685" y1="77734" x2="25651" y2="71387"/>
                        <a14:backgroundMark x1="25651" y1="71387" x2="29181" y2="72093"/>
                        <a14:backgroundMark x1="35320" y1="76390" x2="37710" y2="79456"/>
                        <a14:backgroundMark x1="39067" y1="86931" x2="18229" y2="75977"/>
                        <a14:backgroundMark x1="18229" y1="75977" x2="19141" y2="77734"/>
                        <a14:backgroundMark x1="43099" y1="88086" x2="41667" y2="80176"/>
                        <a14:backgroundMark x1="41667" y1="80176" x2="46615" y2="79004"/>
                        <a14:backgroundMark x1="46615" y1="79004" x2="50195" y2="85059"/>
                        <a14:backgroundMark x1="50195" y1="85059" x2="44466" y2="88477"/>
                        <a14:backgroundMark x1="44466" y1="88477" x2="43164" y2="88184"/>
                        <a14:backgroundMark x1="62500" y1="84570" x2="66536" y2="73828"/>
                        <a14:backgroundMark x1="66536" y1="73828" x2="70833" y2="69727"/>
                        <a14:backgroundMark x1="70833" y1="69727" x2="77604" y2="69727"/>
                        <a14:backgroundMark x1="77604" y1="69727" x2="82031" y2="72461"/>
                        <a14:backgroundMark x1="82031" y1="72461" x2="71745" y2="82324"/>
                        <a14:backgroundMark x1="71745" y1="82324" x2="66016" y2="84570"/>
                        <a14:backgroundMark x1="66016" y1="84570" x2="62565" y2="841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414" y="4535005"/>
            <a:ext cx="1230486" cy="820323"/>
          </a:xfrm>
          <a:prstGeom prst="rect">
            <a:avLst/>
          </a:prstGeom>
        </p:spPr>
      </p:pic>
      <p:grpSp>
        <p:nvGrpSpPr>
          <p:cNvPr id="27" name="Grupo 26">
            <a:extLst>
              <a:ext uri="{FF2B5EF4-FFF2-40B4-BE49-F238E27FC236}">
                <a16:creationId xmlns:a16="http://schemas.microsoft.com/office/drawing/2014/main" id="{844F95F3-D79B-3AB2-F5F7-38D8AD6E3224}"/>
              </a:ext>
            </a:extLst>
          </p:cNvPr>
          <p:cNvGrpSpPr/>
          <p:nvPr/>
        </p:nvGrpSpPr>
        <p:grpSpPr>
          <a:xfrm>
            <a:off x="10218160" y="2119212"/>
            <a:ext cx="1681232" cy="2304022"/>
            <a:chOff x="10218160" y="2119212"/>
            <a:chExt cx="1681232" cy="2304022"/>
          </a:xfrm>
        </p:grpSpPr>
        <p:pic>
          <p:nvPicPr>
            <p:cNvPr id="25" name="Imagen 24" descr="Tabla&#10;&#10;El contenido generado por IA puede ser incorrecto.">
              <a:extLst>
                <a:ext uri="{FF2B5EF4-FFF2-40B4-BE49-F238E27FC236}">
                  <a16:creationId xmlns:a16="http://schemas.microsoft.com/office/drawing/2014/main" id="{6F272112-A6FC-FE72-9A62-DCD835328EE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218160" y="2434763"/>
              <a:ext cx="1681232" cy="1988471"/>
            </a:xfrm>
            <a:prstGeom prst="rect">
              <a:avLst/>
            </a:prstGeom>
          </p:spPr>
        </p:pic>
        <p:pic>
          <p:nvPicPr>
            <p:cNvPr id="26" name="Imagen 25">
              <a:extLst>
                <a:ext uri="{FF2B5EF4-FFF2-40B4-BE49-F238E27FC236}">
                  <a16:creationId xmlns:a16="http://schemas.microsoft.com/office/drawing/2014/main" id="{3D04BAC7-EB56-F233-7B81-A1AD489FF2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3873" t="-935" r="17047" b="92730"/>
            <a:stretch>
              <a:fillRect/>
            </a:stretch>
          </p:blipFill>
          <p:spPr>
            <a:xfrm>
              <a:off x="10271760" y="2119212"/>
              <a:ext cx="1577712" cy="351622"/>
            </a:xfrm>
            <a:prstGeom prst="rect">
              <a:avLst/>
            </a:prstGeom>
          </p:spPr>
        </p:pic>
      </p:grpSp>
      <p:pic>
        <p:nvPicPr>
          <p:cNvPr id="31" name="Gráfico 30" descr="Signo de interrogación con relleno sólido">
            <a:extLst>
              <a:ext uri="{FF2B5EF4-FFF2-40B4-BE49-F238E27FC236}">
                <a16:creationId xmlns:a16="http://schemas.microsoft.com/office/drawing/2014/main" id="{B5F33A78-108A-7CB1-58A9-CBA0501AE2C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34689" y="3908925"/>
            <a:ext cx="234918" cy="277705"/>
          </a:xfrm>
          <a:prstGeom prst="rect">
            <a:avLst/>
          </a:prstGeom>
        </p:spPr>
      </p:pic>
      <p:pic>
        <p:nvPicPr>
          <p:cNvPr id="32" name="Gráfico 31" descr="Signo de interrogación con relleno sólido">
            <a:extLst>
              <a:ext uri="{FF2B5EF4-FFF2-40B4-BE49-F238E27FC236}">
                <a16:creationId xmlns:a16="http://schemas.microsoft.com/office/drawing/2014/main" id="{09521512-CD18-549E-857A-BFF85E435F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976425" y="3908925"/>
            <a:ext cx="234918" cy="277705"/>
          </a:xfrm>
          <a:prstGeom prst="rect">
            <a:avLst/>
          </a:prstGeom>
        </p:spPr>
      </p:pic>
      <p:pic>
        <p:nvPicPr>
          <p:cNvPr id="33" name="Gráfico 32" descr="Signo de interrogación con relleno sólido">
            <a:extLst>
              <a:ext uri="{FF2B5EF4-FFF2-40B4-BE49-F238E27FC236}">
                <a16:creationId xmlns:a16="http://schemas.microsoft.com/office/drawing/2014/main" id="{006E3FAD-55C7-54B0-AA92-F054B49715D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34689" y="3404612"/>
            <a:ext cx="234918" cy="277705"/>
          </a:xfrm>
          <a:prstGeom prst="rect">
            <a:avLst/>
          </a:prstGeom>
        </p:spPr>
      </p:pic>
      <p:pic>
        <p:nvPicPr>
          <p:cNvPr id="42" name="Imagen 41">
            <a:extLst>
              <a:ext uri="{FF2B5EF4-FFF2-40B4-BE49-F238E27FC236}">
                <a16:creationId xmlns:a16="http://schemas.microsoft.com/office/drawing/2014/main" id="{BA40AEF7-1C30-F671-0295-994FF8ABA6C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56574" y="4738785"/>
            <a:ext cx="5723957" cy="528574"/>
          </a:xfrm>
          <a:prstGeom prst="rect">
            <a:avLst/>
          </a:prstGeom>
        </p:spPr>
      </p:pic>
      <p:pic>
        <p:nvPicPr>
          <p:cNvPr id="3" name="Imagen 2" descr="Un dibujo de una persona&#10;&#10;El contenido generado por IA puede ser incorrecto.">
            <a:extLst>
              <a:ext uri="{FF2B5EF4-FFF2-40B4-BE49-F238E27FC236}">
                <a16:creationId xmlns:a16="http://schemas.microsoft.com/office/drawing/2014/main" id="{DEC8060F-49A5-7848-9928-90F7871EAAC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8887" b="90430" l="9961" r="89974">
                        <a14:foregroundMark x1="49154" y1="10742" x2="63932" y2="10059"/>
                        <a14:foregroundMark x1="63932" y1="10059" x2="56576" y2="8887"/>
                        <a14:foregroundMark x1="35221" y1="88965" x2="49805" y2="90430"/>
                        <a14:foregroundMark x1="49805" y1="90430" x2="35221" y2="8857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020" r="20807"/>
          <a:stretch>
            <a:fillRect/>
          </a:stretch>
        </p:blipFill>
        <p:spPr>
          <a:xfrm>
            <a:off x="3923155" y="3652047"/>
            <a:ext cx="747815" cy="857006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0F483BD0-0E32-7D8B-1288-3018A3A4DCB6}"/>
              </a:ext>
            </a:extLst>
          </p:cNvPr>
          <p:cNvSpPr txBox="1"/>
          <p:nvPr/>
        </p:nvSpPr>
        <p:spPr>
          <a:xfrm>
            <a:off x="4906297" y="5379853"/>
            <a:ext cx="717947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>
                <a:latin typeface="Consolas"/>
              </a:rPr>
              <a:t>ADEMÁS DE EL STOCK:</a:t>
            </a:r>
          </a:p>
          <a:p>
            <a:r>
              <a:rPr lang="es-ES" b="1">
                <a:latin typeface="Consolas"/>
              </a:rPr>
              <a:t>    +700.000 EXCEL5G    (error distributivo)</a:t>
            </a:r>
          </a:p>
          <a:p>
            <a:r>
              <a:rPr lang="es-ES" b="1">
                <a:latin typeface="Consolas"/>
              </a:rPr>
              <a:t>    +500.000 TABLETFOLD (demanda algo menor no </a:t>
            </a:r>
            <a:r>
              <a:rPr lang="es-ES" b="1" err="1">
                <a:latin typeface="Consolas"/>
              </a:rPr>
              <a:t>relev</a:t>
            </a:r>
            <a:r>
              <a:rPr lang="es-ES" b="1">
                <a:latin typeface="Consolas"/>
              </a:rPr>
              <a:t>.)</a:t>
            </a:r>
            <a:endParaRPr lang="es-ES" sz="1600">
              <a:solidFill>
                <a:srgbClr val="BFBFBF"/>
              </a:solidFill>
              <a:highlight>
                <a:srgbClr val="1F1F1F"/>
              </a:highlight>
              <a:latin typeface="Calibri"/>
              <a:ea typeface="+mn-lt"/>
              <a:cs typeface="+mn-lt"/>
            </a:endParaRPr>
          </a:p>
          <a:p>
            <a:r>
              <a:rPr lang="es-ES" b="1">
                <a:latin typeface="Consolas"/>
              </a:rPr>
              <a:t>    +900.000 3DMOBILE   (error relevante de predicción)</a:t>
            </a:r>
            <a:endParaRPr lang="es-ES" sz="1600">
              <a:solidFill>
                <a:srgbClr val="BFBFBF"/>
              </a:solidFill>
              <a:highlight>
                <a:srgbClr val="1F1F1F"/>
              </a:highlight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9871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7" grpId="0"/>
      <p:bldP spid="21" grpId="0" animBg="1"/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F925C-2E18-EF27-8973-38FF4EA6D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adroTexto 17">
            <a:extLst>
              <a:ext uri="{FF2B5EF4-FFF2-40B4-BE49-F238E27FC236}">
                <a16:creationId xmlns:a16="http://schemas.microsoft.com/office/drawing/2014/main" id="{C0932852-82C2-4717-64FE-186F92302513}"/>
              </a:ext>
            </a:extLst>
          </p:cNvPr>
          <p:cNvSpPr txBox="1"/>
          <p:nvPr/>
        </p:nvSpPr>
        <p:spPr>
          <a:xfrm>
            <a:off x="756740" y="3897803"/>
            <a:ext cx="384657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Mercado </a:t>
            </a:r>
            <a:r>
              <a:rPr lang="es-ES" err="1"/>
              <a:t>FunSmart</a:t>
            </a:r>
            <a:r>
              <a:rPr lang="es-ES"/>
              <a:t> y Excel5G:</a:t>
            </a:r>
          </a:p>
          <a:p>
            <a:endParaRPr lang="es-ES"/>
          </a:p>
          <a:p>
            <a:endParaRPr lang="es-ES"/>
          </a:p>
          <a:p>
            <a:r>
              <a:rPr lang="es-ES"/>
              <a:t>Mercado 3DMobile:</a:t>
            </a:r>
          </a:p>
          <a:p>
            <a:endParaRPr lang="es-ES" sz="1000"/>
          </a:p>
          <a:p>
            <a:r>
              <a:rPr lang="es-ES"/>
              <a:t>		       </a:t>
            </a:r>
            <a:r>
              <a:rPr lang="es-ES" sz="2000" b="1"/>
              <a:t>vs.</a:t>
            </a:r>
          </a:p>
          <a:p>
            <a:endParaRPr lang="es-ES" sz="1000"/>
          </a:p>
          <a:p>
            <a:r>
              <a:rPr lang="es-ES"/>
              <a:t>Mercado </a:t>
            </a:r>
            <a:r>
              <a:rPr lang="es-ES" err="1"/>
              <a:t>TabletFold</a:t>
            </a:r>
            <a:r>
              <a:rPr lang="es-ES"/>
              <a:t>:</a:t>
            </a:r>
          </a:p>
          <a:p>
            <a:endParaRPr lang="es-ES" sz="1000"/>
          </a:p>
          <a:p>
            <a:r>
              <a:rPr lang="es-ES"/>
              <a:t>		       </a:t>
            </a:r>
            <a:r>
              <a:rPr lang="es-ES" sz="2000" b="1"/>
              <a:t>vs.</a:t>
            </a:r>
            <a:endParaRPr lang="es-ES" b="1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5DE5246-5BCC-4224-4D9C-012ECC1F4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Ronda 5, 2030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454F59E1-574A-8071-3FD3-EC6B686562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947" r="-1579" b="17895"/>
          <a:stretch>
            <a:fillRect/>
          </a:stretch>
        </p:blipFill>
        <p:spPr>
          <a:xfrm>
            <a:off x="10165749" y="653030"/>
            <a:ext cx="1529427" cy="953761"/>
          </a:xfrm>
          <a:prstGeom prst="rect">
            <a:avLst/>
          </a:prstGeom>
        </p:spPr>
      </p:pic>
      <p:pic>
        <p:nvPicPr>
          <p:cNvPr id="14" name="Imagen 13" descr="Señal de dirección&#10;&#10;El contenido generado por IA puede ser incorrecto.">
            <a:extLst>
              <a:ext uri="{FF2B5EF4-FFF2-40B4-BE49-F238E27FC236}">
                <a16:creationId xmlns:a16="http://schemas.microsoft.com/office/drawing/2014/main" id="{820E92AA-7945-9043-01B9-3C19466EFF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6" b="84668" l="24023" r="77474">
                        <a14:foregroundMark x1="29753" y1="50488" x2="26367" y2="44922"/>
                        <a14:foregroundMark x1="26367" y1="44922" x2="25716" y2="54395"/>
                        <a14:foregroundMark x1="25716" y1="54395" x2="35612" y2="55957"/>
                        <a14:foregroundMark x1="35612" y1="55957" x2="49479" y2="55273"/>
                        <a14:foregroundMark x1="49479" y1="55273" x2="54427" y2="50293"/>
                        <a14:foregroundMark x1="54427" y1="50293" x2="52214" y2="43750"/>
                        <a14:foregroundMark x1="52214" y1="43750" x2="29622" y2="42383"/>
                        <a14:foregroundMark x1="29622" y1="42383" x2="25781" y2="43750"/>
                        <a14:foregroundMark x1="25586" y1="31836" x2="25195" y2="17578"/>
                        <a14:foregroundMark x1="25195" y1="17578" x2="28320" y2="10547"/>
                        <a14:foregroundMark x1="28320" y1="10547" x2="33594" y2="6836"/>
                        <a14:foregroundMark x1="36258" y1="7861" x2="48568" y2="12598"/>
                        <a14:foregroundMark x1="33594" y1="6836" x2="34497" y2="7184"/>
                        <a14:foregroundMark x1="48568" y1="12598" x2="46354" y2="19434"/>
                        <a14:foregroundMark x1="24023" y1="18262" x2="24023" y2="18066"/>
                        <a14:foregroundMark x1="25781" y1="44629" x2="49089" y2="43750"/>
                        <a14:foregroundMark x1="49089" y1="43750" x2="54818" y2="44336"/>
                        <a14:foregroundMark x1="54818" y1="44336" x2="56315" y2="52637"/>
                        <a14:foregroundMark x1="56315" y1="52637" x2="50456" y2="59473"/>
                        <a14:foregroundMark x1="50456" y1="59473" x2="29167" y2="48242"/>
                        <a14:foregroundMark x1="29167" y1="48242" x2="25977" y2="44629"/>
                        <a14:foregroundMark x1="31120" y1="46094" x2="38411" y2="53027"/>
                        <a14:foregroundMark x1="38411" y1="53027" x2="51693" y2="49707"/>
                        <a14:foregroundMark x1="51693" y1="49707" x2="46875" y2="40723"/>
                        <a14:foregroundMark x1="46875" y1="40723" x2="31836" y2="47266"/>
                        <a14:foregroundMark x1="31836" y1="47266" x2="31055" y2="46387"/>
                        <a14:backgroundMark x1="35286" y1="5078" x2="34961" y2="5078"/>
                        <a14:backgroundMark x1="34766" y1="7129" x2="34310" y2="6543"/>
                        <a14:backgroundMark x1="35742" y1="8398" x2="36328" y2="7617"/>
                        <a14:backgroundMark x1="36003" y1="8008" x2="36523" y2="7813"/>
                        <a14:backgroundMark x1="36198" y1="8008" x2="35677" y2="83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988" t="1481" r="16024" b="6074"/>
          <a:stretch>
            <a:fillRect/>
          </a:stretch>
        </p:blipFill>
        <p:spPr>
          <a:xfrm>
            <a:off x="3319102" y="5548993"/>
            <a:ext cx="1066447" cy="881172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B67AB733-B141-AAE3-40CA-CD7FCD6CBBAC}"/>
              </a:ext>
            </a:extLst>
          </p:cNvPr>
          <p:cNvSpPr txBox="1"/>
          <p:nvPr/>
        </p:nvSpPr>
        <p:spPr>
          <a:xfrm>
            <a:off x="817880" y="2434763"/>
            <a:ext cx="38465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b="1"/>
              <a:t>TABLET FOLD   3DMOBILE</a:t>
            </a:r>
          </a:p>
          <a:p>
            <a:r>
              <a:rPr lang="es-ES" b="1"/>
              <a:t>Rylands:        </a:t>
            </a:r>
            <a:r>
              <a:rPr lang="es-ES"/>
              <a:t>23,31M             2,07M</a:t>
            </a:r>
          </a:p>
          <a:p>
            <a:r>
              <a:rPr lang="es-ES" b="1" err="1"/>
              <a:t>Mingukia</a:t>
            </a:r>
            <a:r>
              <a:rPr lang="es-ES" b="1"/>
              <a:t>:       </a:t>
            </a:r>
            <a:r>
              <a:rPr lang="es-ES"/>
              <a:t>5,48M          </a:t>
            </a:r>
            <a:r>
              <a:rPr lang="es-ES" sz="1200"/>
              <a:t>      </a:t>
            </a:r>
            <a:r>
              <a:rPr lang="es-ES"/>
              <a:t>4,242M</a:t>
            </a:r>
          </a:p>
        </p:txBody>
      </p:sp>
      <p:pic>
        <p:nvPicPr>
          <p:cNvPr id="9" name="Imagen 8" descr="Un dibujo de una persona&#10;&#10;El contenido generado por IA puede ser incorrecto.">
            <a:extLst>
              <a:ext uri="{FF2B5EF4-FFF2-40B4-BE49-F238E27FC236}">
                <a16:creationId xmlns:a16="http://schemas.microsoft.com/office/drawing/2014/main" id="{D58A3D4A-B2F0-F97F-1C16-175392A8A4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887" b="90430" l="9961" r="89974">
                        <a14:foregroundMark x1="49154" y1="10742" x2="63932" y2="10059"/>
                        <a14:foregroundMark x1="63932" y1="10059" x2="56576" y2="8887"/>
                        <a14:foregroundMark x1="35221" y1="88965" x2="49805" y2="90430"/>
                        <a14:foregroundMark x1="49805" y1="90430" x2="35221" y2="8857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020" r="20807"/>
          <a:stretch>
            <a:fillRect/>
          </a:stretch>
        </p:blipFill>
        <p:spPr>
          <a:xfrm>
            <a:off x="3933680" y="3704894"/>
            <a:ext cx="747815" cy="857006"/>
          </a:xfrm>
          <a:prstGeom prst="rect">
            <a:avLst/>
          </a:prstGeom>
        </p:spPr>
      </p:pic>
      <p:pic>
        <p:nvPicPr>
          <p:cNvPr id="12" name="Imagen 11" descr="Un dibujo de una persona&#10;&#10;El contenido generado por IA puede ser incorrecto.">
            <a:extLst>
              <a:ext uri="{FF2B5EF4-FFF2-40B4-BE49-F238E27FC236}">
                <a16:creationId xmlns:a16="http://schemas.microsoft.com/office/drawing/2014/main" id="{2003EF21-95AF-1AFF-29B9-4D102089A2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8984" b="89941" l="9961" r="89974">
                        <a14:foregroundMark x1="56966" y1="12207" x2="63411" y2="9180"/>
                        <a14:foregroundMark x1="67892" y1="9045" x2="69922" y2="8984"/>
                        <a14:foregroundMark x1="63411" y1="9180" x2="65121" y2="9129"/>
                        <a14:foregroundMark x1="69922" y1="8984" x2="74284" y2="12891"/>
                        <a14:foregroundMark x1="74284" y1="12891" x2="59245" y2="13379"/>
                        <a14:foregroundMark x1="59245" y1="13379" x2="57943" y2="11719"/>
                        <a14:backgroundMark x1="66797" y1="8496" x2="66602" y2="8203"/>
                        <a14:backgroundMark x1="66471" y1="8301" x2="66536" y2="97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988" t="5466" r="18554" b="12976"/>
          <a:stretch>
            <a:fillRect/>
          </a:stretch>
        </p:blipFill>
        <p:spPr>
          <a:xfrm>
            <a:off x="3437637" y="4699589"/>
            <a:ext cx="900224" cy="796443"/>
          </a:xfrm>
          <a:prstGeom prst="rect">
            <a:avLst/>
          </a:prstGeom>
        </p:spPr>
      </p:pic>
      <p:pic>
        <p:nvPicPr>
          <p:cNvPr id="35" name="Imagen 34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F40AF1B8-63AC-69BC-87B1-B2FFDEA98F8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7270" t="10758" r="7485" b="10318"/>
          <a:stretch>
            <a:fillRect/>
          </a:stretch>
        </p:blipFill>
        <p:spPr>
          <a:xfrm>
            <a:off x="6555818" y="4726083"/>
            <a:ext cx="843598" cy="728541"/>
          </a:xfrm>
          <a:prstGeom prst="rect">
            <a:avLst/>
          </a:prstGeom>
        </p:spPr>
      </p:pic>
      <p:pic>
        <p:nvPicPr>
          <p:cNvPr id="36" name="Imagen 35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4B5E5FFD-EA98-F0D2-C530-31D9B9A20B0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7270" t="10758" r="7485" b="10318"/>
          <a:stretch>
            <a:fillRect/>
          </a:stretch>
        </p:blipFill>
        <p:spPr>
          <a:xfrm>
            <a:off x="6494586" y="4732886"/>
            <a:ext cx="843598" cy="728541"/>
          </a:xfrm>
          <a:prstGeom prst="rect">
            <a:avLst/>
          </a:prstGeom>
        </p:spPr>
      </p:pic>
      <p:pic>
        <p:nvPicPr>
          <p:cNvPr id="37" name="Imagen 36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4D31A1B0-19A1-A17B-DB4F-EB027A3643A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7270" t="10758" r="7485" b="10318"/>
          <a:stretch>
            <a:fillRect/>
          </a:stretch>
        </p:blipFill>
        <p:spPr>
          <a:xfrm>
            <a:off x="6432725" y="4749528"/>
            <a:ext cx="843598" cy="728541"/>
          </a:xfrm>
          <a:prstGeom prst="rect">
            <a:avLst/>
          </a:prstGeom>
        </p:spPr>
      </p:pic>
      <p:pic>
        <p:nvPicPr>
          <p:cNvPr id="39" name="Imagen 38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CE097D6A-7C0B-FD07-008E-ADE23A8A03A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7270" t="10758" r="7485" b="10318"/>
          <a:stretch>
            <a:fillRect/>
          </a:stretch>
        </p:blipFill>
        <p:spPr>
          <a:xfrm>
            <a:off x="6371493" y="4756331"/>
            <a:ext cx="843598" cy="728541"/>
          </a:xfrm>
          <a:prstGeom prst="rect">
            <a:avLst/>
          </a:prstGeom>
        </p:spPr>
      </p:pic>
      <p:pic>
        <p:nvPicPr>
          <p:cNvPr id="40" name="Imagen 39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F62C603A-0142-C489-6558-64EBBCEBA1B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7270" t="10758" r="7485" b="10318"/>
          <a:stretch>
            <a:fillRect/>
          </a:stretch>
        </p:blipFill>
        <p:spPr>
          <a:xfrm>
            <a:off x="6303771" y="4767113"/>
            <a:ext cx="843598" cy="728541"/>
          </a:xfrm>
          <a:prstGeom prst="rect">
            <a:avLst/>
          </a:prstGeom>
        </p:spPr>
      </p:pic>
      <p:pic>
        <p:nvPicPr>
          <p:cNvPr id="41" name="Imagen 40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C0F798BE-DCD9-EB9A-E38F-1F55DEA04EC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7270" t="10758" r="7485" b="10318"/>
          <a:stretch>
            <a:fillRect/>
          </a:stretch>
        </p:blipFill>
        <p:spPr>
          <a:xfrm>
            <a:off x="6242539" y="4773916"/>
            <a:ext cx="843598" cy="728541"/>
          </a:xfrm>
          <a:prstGeom prst="rect">
            <a:avLst/>
          </a:prstGeom>
        </p:spPr>
      </p:pic>
      <p:pic>
        <p:nvPicPr>
          <p:cNvPr id="43" name="Imagen 42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E69F0097-CDCC-DA1C-2678-162CBC09683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7270" t="10758" r="7485" b="10318"/>
          <a:stretch>
            <a:fillRect/>
          </a:stretch>
        </p:blipFill>
        <p:spPr>
          <a:xfrm>
            <a:off x="6157232" y="4784697"/>
            <a:ext cx="843598" cy="728541"/>
          </a:xfrm>
          <a:prstGeom prst="rect">
            <a:avLst/>
          </a:prstGeom>
        </p:spPr>
      </p:pic>
      <p:pic>
        <p:nvPicPr>
          <p:cNvPr id="44" name="Imagen 43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7FFB7C89-A0BB-CD6B-8FAA-16D76B435E6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7270" t="10758" r="7485" b="10318"/>
          <a:stretch>
            <a:fillRect/>
          </a:stretch>
        </p:blipFill>
        <p:spPr>
          <a:xfrm>
            <a:off x="6096000" y="4791500"/>
            <a:ext cx="843598" cy="728541"/>
          </a:xfrm>
          <a:prstGeom prst="rect">
            <a:avLst/>
          </a:prstGeom>
        </p:spPr>
      </p:pic>
      <p:sp>
        <p:nvSpPr>
          <p:cNvPr id="45" name="CuadroTexto 44">
            <a:extLst>
              <a:ext uri="{FF2B5EF4-FFF2-40B4-BE49-F238E27FC236}">
                <a16:creationId xmlns:a16="http://schemas.microsoft.com/office/drawing/2014/main" id="{419132D5-2223-FC9D-24E3-EF3DBDAA779A}"/>
              </a:ext>
            </a:extLst>
          </p:cNvPr>
          <p:cNvSpPr txBox="1"/>
          <p:nvPr/>
        </p:nvSpPr>
        <p:spPr>
          <a:xfrm>
            <a:off x="6356545" y="5512903"/>
            <a:ext cx="137387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b="1">
                <a:latin typeface="Georgia Pro"/>
              </a:rPr>
              <a:t>x100</a:t>
            </a:r>
          </a:p>
        </p:txBody>
      </p:sp>
      <p:pic>
        <p:nvPicPr>
          <p:cNvPr id="46" name="Imagen 45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C98A7567-A9F6-584C-B61B-6D603465543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90686" y="4795099"/>
            <a:ext cx="1245078" cy="813615"/>
          </a:xfrm>
          <a:prstGeom prst="rect">
            <a:avLst/>
          </a:prstGeom>
        </p:spPr>
      </p:pic>
      <p:sp>
        <p:nvSpPr>
          <p:cNvPr id="47" name="CuadroTexto 46">
            <a:extLst>
              <a:ext uri="{FF2B5EF4-FFF2-40B4-BE49-F238E27FC236}">
                <a16:creationId xmlns:a16="http://schemas.microsoft.com/office/drawing/2014/main" id="{192BE121-DAD7-B9C4-52E4-0D350C976929}"/>
              </a:ext>
            </a:extLst>
          </p:cNvPr>
          <p:cNvSpPr txBox="1"/>
          <p:nvPr/>
        </p:nvSpPr>
        <p:spPr>
          <a:xfrm>
            <a:off x="9061542" y="5548993"/>
            <a:ext cx="22084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b="1">
                <a:latin typeface="Georgia Pro"/>
              </a:rPr>
              <a:t>50% (1500M)</a:t>
            </a:r>
          </a:p>
        </p:txBody>
      </p:sp>
      <p:sp>
        <p:nvSpPr>
          <p:cNvPr id="3" name="Flecha: a la derecha 2">
            <a:extLst>
              <a:ext uri="{FF2B5EF4-FFF2-40B4-BE49-F238E27FC236}">
                <a16:creationId xmlns:a16="http://schemas.microsoft.com/office/drawing/2014/main" id="{276F9F5A-86C3-AE69-DB22-3B6178A92D88}"/>
              </a:ext>
            </a:extLst>
          </p:cNvPr>
          <p:cNvSpPr/>
          <p:nvPr/>
        </p:nvSpPr>
        <p:spPr>
          <a:xfrm>
            <a:off x="6550363" y="2243016"/>
            <a:ext cx="333686" cy="20523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7386B034-BC1D-8A1B-EF00-887A4B5A17D9}"/>
              </a:ext>
            </a:extLst>
          </p:cNvPr>
          <p:cNvSpPr/>
          <p:nvPr/>
        </p:nvSpPr>
        <p:spPr>
          <a:xfrm>
            <a:off x="6550363" y="3326948"/>
            <a:ext cx="333686" cy="20523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90CAD78A-5681-602E-6875-21FF0D938E82}"/>
              </a:ext>
            </a:extLst>
          </p:cNvPr>
          <p:cNvSpPr/>
          <p:nvPr/>
        </p:nvSpPr>
        <p:spPr>
          <a:xfrm>
            <a:off x="6550363" y="2784982"/>
            <a:ext cx="333686" cy="20523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B504DC3-9FD0-A0DD-F792-B8F4E337A4FF}"/>
              </a:ext>
            </a:extLst>
          </p:cNvPr>
          <p:cNvSpPr txBox="1"/>
          <p:nvPr/>
        </p:nvSpPr>
        <p:spPr>
          <a:xfrm>
            <a:off x="7018758" y="2140760"/>
            <a:ext cx="441650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Mercado enorme y con tendencia a crecer</a:t>
            </a:r>
          </a:p>
          <a:p>
            <a:endParaRPr lang="es-ES"/>
          </a:p>
          <a:p>
            <a:r>
              <a:rPr lang="es-ES"/>
              <a:t>Demanda insatisfecha</a:t>
            </a:r>
          </a:p>
          <a:p>
            <a:endParaRPr lang="es-ES"/>
          </a:p>
          <a:p>
            <a:r>
              <a:rPr lang="es-ES"/>
              <a:t>¿Nueva competencia? Aprovechar ventaja</a:t>
            </a:r>
          </a:p>
          <a:p>
            <a:endParaRPr lang="es-ES"/>
          </a:p>
          <a:p>
            <a:r>
              <a:rPr lang="es-ES"/>
              <a:t>Repartición de dividendos</a:t>
            </a:r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5FB30FCF-6C7C-8ADA-E892-B2A8DC0393DF}"/>
              </a:ext>
            </a:extLst>
          </p:cNvPr>
          <p:cNvSpPr/>
          <p:nvPr/>
        </p:nvSpPr>
        <p:spPr>
          <a:xfrm>
            <a:off x="6546469" y="3865829"/>
            <a:ext cx="333686" cy="20523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0142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7" grpId="0"/>
      <p:bldP spid="45" grpId="0"/>
      <p:bldP spid="47" grpId="0"/>
      <p:bldP spid="3" grpId="0" animBg="1"/>
      <p:bldP spid="6" grpId="0" animBg="1"/>
      <p:bldP spid="10" grpId="0" animBg="1"/>
      <p:bldP spid="11" grpId="0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ECC1A-A545-97CC-7284-443DDBC02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0528C3-8E95-8FBE-3F01-71BD39F90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Rondas futuras y 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46A5A1-B353-43A0-1CD2-AB43B9FCC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7" y="2313134"/>
            <a:ext cx="11310129" cy="3767328"/>
          </a:xfrm>
        </p:spPr>
        <p:txBody>
          <a:bodyPr/>
          <a:lstStyle/>
          <a:p>
            <a:r>
              <a:rPr lang="es-ES"/>
              <a:t>Aprovechar nuestra posición competitiva         Líderes en innovación y ventaja económica.</a:t>
            </a:r>
          </a:p>
          <a:p>
            <a:r>
              <a:rPr lang="es-ES"/>
              <a:t>Apostar por la innovación de nuevos productos modernos y mantener equipos punteros de personal experto.</a:t>
            </a:r>
          </a:p>
          <a:p>
            <a:r>
              <a:rPr lang="es-ES"/>
              <a:t>Seguir estudiando las tendencias del mercado e intenciones de los competidores.</a:t>
            </a:r>
          </a:p>
          <a:p>
            <a:r>
              <a:rPr lang="es-ES"/>
              <a:t>Mercados enormes  -&gt;   Demanda no satisfecha con grandes márgenes de beneficio         Aumentar fabricación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6BCABA0E-4157-2E67-26E4-7C0A6479C9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47" r="-1579" b="17895"/>
          <a:stretch>
            <a:fillRect/>
          </a:stretch>
        </p:blipFill>
        <p:spPr>
          <a:xfrm>
            <a:off x="4713309" y="4462272"/>
            <a:ext cx="2765382" cy="1724511"/>
          </a:xfrm>
          <a:prstGeom prst="rect">
            <a:avLst/>
          </a:prstGeom>
        </p:spPr>
      </p:pic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E8A76F88-209D-E64C-557E-723B17084578}"/>
              </a:ext>
            </a:extLst>
          </p:cNvPr>
          <p:cNvSpPr/>
          <p:nvPr/>
        </p:nvSpPr>
        <p:spPr>
          <a:xfrm>
            <a:off x="2812025" y="3696926"/>
            <a:ext cx="333686" cy="20523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4E809462-6DAF-0A74-2D99-527746F3B701}"/>
              </a:ext>
            </a:extLst>
          </p:cNvPr>
          <p:cNvSpPr/>
          <p:nvPr/>
        </p:nvSpPr>
        <p:spPr>
          <a:xfrm>
            <a:off x="9173803" y="3696925"/>
            <a:ext cx="333686" cy="20523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0F8B552E-BD69-9505-7A6F-39C5D167834E}"/>
              </a:ext>
            </a:extLst>
          </p:cNvPr>
          <p:cNvSpPr/>
          <p:nvPr/>
        </p:nvSpPr>
        <p:spPr>
          <a:xfrm>
            <a:off x="4955461" y="2408900"/>
            <a:ext cx="333686" cy="20523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6EAB57C-0BB2-7B6E-FE2C-C8662C453343}"/>
              </a:ext>
            </a:extLst>
          </p:cNvPr>
          <p:cNvSpPr txBox="1"/>
          <p:nvPr/>
        </p:nvSpPr>
        <p:spPr>
          <a:xfrm>
            <a:off x="521206" y="5093694"/>
            <a:ext cx="11634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>
                <a:latin typeface="Georgia" panose="02040502050405020303" pitchFamily="18" charset="0"/>
              </a:rPr>
              <a:t>Gracias por su atención.			          ¿Tienen alguna pregunta?</a:t>
            </a:r>
          </a:p>
        </p:txBody>
      </p:sp>
    </p:spTree>
    <p:extLst>
      <p:ext uri="{BB962C8B-B14F-4D97-AF65-F5344CB8AC3E}">
        <p14:creationId xmlns:p14="http://schemas.microsoft.com/office/powerpoint/2010/main" val="318942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7" grpId="0" animBg="1"/>
      <p:bldP spid="8" grpId="0" animBg="1"/>
      <p:bldP spid="9" grpId="0"/>
    </p:bldLst>
  </p:timing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c2f614-a8b7-432b-8e5d-9d055942399a" xsi:nil="true"/>
    <lcf76f155ced4ddcb4097134ff3c332f xmlns="45be535f-1d05-4b76-a8c4-f1f04e757841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0D57FA6AAA62A4F896BBE3F1A4BE9E0" ma:contentTypeVersion="10" ma:contentTypeDescription="Crear nuevo documento." ma:contentTypeScope="" ma:versionID="9d14a307026b9474ae82d0d9e3e39de4">
  <xsd:schema xmlns:xsd="http://www.w3.org/2001/XMLSchema" xmlns:xs="http://www.w3.org/2001/XMLSchema" xmlns:p="http://schemas.microsoft.com/office/2006/metadata/properties" xmlns:ns2="45be535f-1d05-4b76-a8c4-f1f04e757841" xmlns:ns3="bec2f614-a8b7-432b-8e5d-9d055942399a" targetNamespace="http://schemas.microsoft.com/office/2006/metadata/properties" ma:root="true" ma:fieldsID="365e8cc0e686bb0093d3407cd4a38b4e" ns2:_="" ns3:_="">
    <xsd:import namespace="45be535f-1d05-4b76-a8c4-f1f04e757841"/>
    <xsd:import namespace="bec2f614-a8b7-432b-8e5d-9d05594239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be535f-1d05-4b76-a8c4-f1f04e7578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6b79bab5-423c-41bb-b2a6-fa644551eac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c2f614-a8b7-432b-8e5d-9d055942399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d71ced9-5c7a-4427-85d4-bcaaa5698549}" ma:internalName="TaxCatchAll" ma:showField="CatchAllData" ma:web="bec2f614-a8b7-432b-8e5d-9d05594239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6B5DC6-68C4-42CF-BF42-D696669FCCB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C15DA69-0F70-4C99-BB60-B38CFBCD53EA}">
  <ds:schemaRefs>
    <ds:schemaRef ds:uri="45be535f-1d05-4b76-a8c4-f1f04e757841"/>
    <ds:schemaRef ds:uri="bec2f614-a8b7-432b-8e5d-9d055942399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FED8467-7871-4422-89C7-92697E913F1B}">
  <ds:schemaRefs>
    <ds:schemaRef ds:uri="45be535f-1d05-4b76-a8c4-f1f04e757841"/>
    <ds:schemaRef ds:uri="bec2f614-a8b7-432b-8e5d-9d055942399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GestaltVTI</vt:lpstr>
      <vt:lpstr>PowerPoint Presentation</vt:lpstr>
      <vt:lpstr>Índice</vt:lpstr>
      <vt:lpstr>¿Cómo lo hemos trabajado?</vt:lpstr>
      <vt:lpstr>Ronda 0, prueba de simulación</vt:lpstr>
      <vt:lpstr>Ronda 1, 2026</vt:lpstr>
      <vt:lpstr>Ronda 2, 2027</vt:lpstr>
      <vt:lpstr>Ronda 3, 2028</vt:lpstr>
      <vt:lpstr>Ronda 4, 2030</vt:lpstr>
      <vt:lpstr>Ronda 5, 2030</vt:lpstr>
      <vt:lpstr>Rondas futuras y 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2025-12-14T16:10:26Z</dcterms:created>
  <dcterms:modified xsi:type="dcterms:W3CDTF">2025-12-15T22:50:03Z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0x010100E0D57FA6AAA62A4F896BBE3F1A4BE9E0</vt:lpwstr>
  </property>
  <property fmtid="{D5CDD505-2E9C-101B-9397-08002B2CF9AE}" pid="3" name="MediaServiceImageTags">
    <vt:lpwstr/>
  </property>
</Properties>
</file>